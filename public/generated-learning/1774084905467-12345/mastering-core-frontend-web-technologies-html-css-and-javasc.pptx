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the purpose and application of core semantic elements to build accessible, maintainable frontends.
[Takeaway]
Semantic HTML5 elements provide the foundational structure that makes frontend content accessible, SEO-friendly, and easier to maintain, reducing reliance on ARIA when correctly applied.
[Speaker Notes]
Introduce the importance of using semantic HTML tags to represent the structure and meaning of content explicitly.
Explain core elements like &lt;header&gt;, &lt;nav&gt;, &lt;main&gt;, &lt;section&gt;, &lt;article&gt;, and &lt;footer&gt;, focusing on their roles as landmarks recognized by assistive technologies.
Emphasize that semantic markup significantly improves accessibility by enabling screen readers to navigate and interpret pages accurately.
Point out how SEO benefits from clear document hierarchy, as search engines can better understand content sections.
Note the importance of only one &lt;main&gt; tag per page to define the primary content region.
Highlight &lt;figure&gt; and &lt;figcaption&gt; usage for associating images with captions semantically.
Warn against abusing non-semantic &lt;div&gt; or &lt;span&gt; for structural roles; ARIA roles should only be added when native semantics are insufficient.
Discuss heading requirements inside nested sections to maintain proper hierarchy and avoid accessibility pitfalls.
Encourage a mindset of meaningful markup to reduce dependency on ARIA and improve developer clarity.
[Narration]
Hey, Sudarshan, let's dive into how semantic HTML5 foundations elevate frontend code beyond mere layout to meaningful structure. Semantic tags like &lt;header&gt;, &lt;nav&gt;, &lt;main&gt;, &lt;section&gt;, &lt;article&gt;, and &lt;footer&gt; act as landmarks, explicitly defining areas on the page. This clarity isn't just for humans reading code — it’s crucial for assistive technologies like screen readers to identify and navigate content intuitively. For instance, a single &lt;main&gt; tag marks the primary content, so avoiding duplicates prevents confusion. Using &lt;figure&gt; with &lt;figcaption&gt; tightly couples media with its descriptive text, enhancing context. When you rely too much on generic &lt;div&gt; or &lt;span&gt; without semantic meaning, you create a ‘div soup’ that hinders accessibility and maintainability. Instead, harness native HTML elements appropriately and use ARIA roles sparingly only when native tags fall short. Also, nested &lt;section&gt; elements require headings to establish content hierarchy, which keeps the document navigable and logically structured. Proper semantic markup ultimately leads to better SEO signals and a cleaner, more maintainable codebase, boosting developer productivity and user experience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Identifying and resolving common misuse of HTML elements that degrade accessibility and maintainability.
[Takeaway]
Correct semantic usage and prudent ARIA implementation are critical; debugging accessibility trees helps ensure proper document meaning and screen reader compatibility.
[Speaker Notes]
Explain common semantic mistakes like using &lt;b&gt; and &lt;i&gt; purely for visual styling instead of &lt;strong&gt; and &lt;em&gt;, which convey meaning to screen readers.
Describe issues caused by multiple &lt;main&gt; tags or absence of any &lt;main&gt;, confusing assistive tech landmarks.
Discuss consequences of overusing &lt;div&gt; elements, which obscure document structure and increase maintenance difficulty.
Point out incorrect or excessive ARIA usage overriding native semantics and causing accessibility conflicts.
Introduce practical debugging techniques using browser DevTools accessibility tree to visualize landmarks and ARIA roles.
Encourage habitual accessibility tree inspections to validate the actual accessibility output, not just source code.
Highlight importance of validating semantic roles especially after complex DOM manipulations or third-party UI components insertions.
[Narration]
One of the trickiest hurdles in semantic HTML is accidental misuse that silently breaks accessibility. A common pitfall is using &lt;b&gt; and &lt;i&gt; tags solely for styling emphasis, which deprives screen readers of important cues that &lt;strong&gt; and &lt;em&gt; naturally provide. Similarly, neglecting the &lt;main&gt; element or mistakenly including several of them disrupts ARIA landmark expectations, leaving assistive technology users disoriented. Then there’s the infamous 'div soup' — pages cluttered with non-semantic &lt;div&gt; elements that bloat the DOM and obscure true content flow. Over-relying on ARIA to compensate for missing native semantics often backfires because ARIA roles can clash with or override these semantics, introducing confusing or redundant landmarks. To uncover these issues, make accessibility tree inspection your go-to debugging tool. Chrome DevTools and others offer accessibility panes that reveal how your page’s structure appears to assistive tech, showing landmarks and roles exactly as screen readers see them. Regularly verifying your markup this way can preempt many accessibility bugs lurking under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Technical deep dive into Flexbox mechanics, properties, and reliable responsive layout patterns.
[Takeaway]
Flexbox provides a robust one-dimensional layout system, offering fine-grained control for responsive linear alignments while balancing performance and complexity.
[Speaker Notes]
Begin with the fundamentals of Flexbox: the container and how its main axis is defined by flex-direction.
Deep dive into alignment properties — justify-content (main axis) and align-items (cross axis) — and their effects on layout.
Explain how flex-wrap allows content to wrap into multiple lines or columns addressing responsiveness.
Detail flex item properties: flex-grow enables growth proportional to available space; flex-shrink controls shrinking behavior; flex-basis sets the initial size.
Show how combining flex-wrap with min-width on children creates responsive wrapping navbars or card layouts.
Note performance implication of many nested flex containers: excessive layout recalculations, suggest mindful container hierarchy.
Advise using DevTools Flexbox editors for interactive, real-time manipulation to understand flex behavior intuitively.
[Narration]
Flexbox is a powerful solution for laying out items linearly along one axis — either as rows or columns — with incredible control. When you set a container’s display to flex, you define that main axis with flex-direction, often defaulting to row. Then with justify-content, you distribute space along this axis, and with align-items, you manage cross-axis alignment, controlling how items stretch or center vertically or horizontally. Flex-wrap determines whether items stay on one line or wrap into multiple, offering responsive fluidity. On each flex item, flex-grow lets an element expand to fill leftover space relative to its siblings, while flex-shrink enables controlled shrinking under constraints. Flex-basis sets the ideal initial size before growing or shrinking. For example, combining flex-wrap with min-width lets navigation bars gracefully wrap on smaller screens without breaking layout or causing overflow. Just be mindful not to layer too many nested flex containers since each will trigger browser recalculations and repaints, affecting performance. Chrome DevTools includes an excellent Flexbox editor you can toggle to experiment live, tweaking these properties and instantly seeing how layouts respond — a vital tool in your frontend arsenal.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Mastering CSS Grid syntax, explicit vs implicit grids, and grid-area placement strategies for significant UI control.
[Takeaway]
CSS Grid empowers precise, scalable two-dimensional layouts, streamlining complex UI designs with readable code and performant rendering.
[Speaker Notes]
Explain the two-dimensional grid model: controlling both rows and columns explicitly.
Describe grid-template-columns and grid-template-rows for defining track sizes and number of grid areas.
Introduce grid-template-areas as a way to semantically name portions of the grid and assign items accordingly.
Discuss implicit grid tracks generated automatically when content exceeds defined areas, noting potential performance concerns.
Explain referencing grid lines numerically or by name and how that enables precise item placement.
Show how fractional units (fr) and minmax() enhance responsiveness and fluid resizing.
Encourage use of DevTools grid overlays to visualize track boundaries, gaps, and placements during debugging complex layouts.
[Narration]
CSS Grid steps up the layout game by introducing a two-dimensional system where you explicitly define rows and columns to orchestrate complex interfaces. Using grid-template-columns and grid-template-rows, you set precise track sizes or fractions of available space, crafting the grid skeleton. Then grid-template-areas allows you to assign semantic names to these regions, making your CSS more readable and maintainable as you place items by referencing those names. When your content spills beyond the defined grid, browsers cleverly create implicit tracks to accommodate it, but be cautious since these can have performance implications. You can also position items by referring to grid lines numerically or by named lines, offering pixel-perfect control. To build responsive designs, combining fractional units like fr with minmax() lets grids adapt fluidly across viewport changes without cumbersome media query overrides. When working with intricate grids, DevTools grid overlays in modern browsers are invaluable — they visually display track boundaries, the sizes of gaps, and how items span the grid, providing direct feedback for tuning and debugging your layout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the strengths of both Flexbox and Grid to build adaptive and maintainable responsive layouts.
[Takeaway]
Strategically combining Grid’s two-dimensional layout with Flexbox’s one-dimensional flexibility enables robust, adaptive, and maintainable responsive designs.
[Speaker Notes]
Discuss strategy: use CSS Grid for global page structure - defining major rows and columns.
Inside grid cells or areas, use Flexbox to manage linear alignment, distribution, and ordering.
Highlight tools within Grid like minmax() and fr units to create adaptable columns.
Explain combining Flexbox’s flex-wrap with min-width on children for flexible navigation or card layouts within grid areas.
Recommend separation between layout concerns: grid containers for structure, flex containers for smaller group alignment to avoid complexity.
Warn about performance issues from mixing layouts without clear boundaries causing style recalculations and layout thrashing.
Advise inspecting computed styles in DevTools to diagnose conflicts or overrides between grid and flex properties.
[Narration]
To build truly adaptive and maintainable responsive designs, leveraging both CSS Grid and Flexbox’s strengths is key. CSS Grid shines as the backbone, defining your overall page structure with major rows and columns — partitioning the interface into meaningful regions. Then inside each grid cell or named area, Flexbox takes the stage for one-dimensional control: aligning items, distributing space, and ordering content within those smaller scopes, like navigation bars or button groups. Grid’s minmax() and fractional units let columns flexibly adjust to viewport changes, while Flexbox’s flex-wrap combined with item min-widths smoothly wraps content like navigation links or cards without breaking the design. The trick is clear separation — keep grid containers focused on layout structure and use flex containers for linear alignments within those areas. Mixing them without boundaries risks layout thrashing, where overlapping styles cause expensive browser recalculations. When debugging, inspect computed styles carefully in DevTools to catch overrides or unintended interactions, ensuring your combined layout remains performant and visually consistent across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Utilizing modern ES6+ language features to write maintainable, expressive frontend code modules.
[Takeaway]
Adopting ES6+ features leads to more maintainable, modular, and clear JavaScript, essential for scalable frontend development.
[Speaker Notes]
Begin by explaining arrow functions’ benefits: concise syntax and lexical this binding to prevent context bugs.
Describe destructuring for objects and arrays improving readability by extracting necessary parts succinctly.
Cover spread/rest operators for flexible arguments handling and immutably updating data structures.
Explain ES6 modules: import/export syntax enabling modular, maintainable code that modern build tools can bundle efficiently.
Show how template literals improve string concatenation and multi-line string creation with embedded expressions.
Advocate using const and let over var for block scoping, plus default parameters for safer, self-documenting functions.
Encourage writing modular clean code as foundation for scalable frontend architectures, easing testing and collaboration.
[Narration]
Modern JavaScript syntax introduced in ES6 and onwards fundamentally reshapes how we write clean, maintainable frontend code. Arrow functions offer a terse way to write anonymous functions without the usual pitfalls around 'this' binding, thanks to their lexical scope — no more confusing context loss in callbacks. Destructuring objects and arrays streamlines data extraction, letting you pull properties or elements directly into variables, which dramatically improves readability, especially in React props or API responses. Spread and rest operators empower you to handle variable arguments and immutably update arrays or objects with ease — vital for state management without side effects. ES6 modules allow you to partition code into named exports and imports, enabling efficient bundling and avoiding global pollution. Template literals elevate string handling with clean multi-line strings and embedded expressions, replacing clunky concatenations. Following best practices like favoring const and let over var avoids scoping issues, while default function parameters ensure your APIs are safer and self-documenting. Embracing these features sets a solid foundation for scalable, readable codebases essential in modern frontend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Mechanics of closures in JavaScript and their role in encapsulation and state management with debugging strategies.
[Takeaway]
Closures are powerful for encapsulating state and enabling modular JavaScript but require careful debugging and memory consideration.
[Speaker Notes]
Explain lexical scoping: inner functions remember outer variables even after the outer function returns, forming closures.
Discuss practical closure use cases: encapsulating private state, currying functions, event handler contexts.
Detail how closures enable data hiding and modular state management without polluting global scope.
Warn about potential memory leaks from closures holding onto large or unnecessary references longer than needed.
Introduce Chrome DevTools Scopes panel to inspect closure variables during debugging, emphasizing understanding variable lifecycles.
Highlight that overusing closures can complicate state tracking — recommend documenting intent and lifecycle clearly especially in large apps.
Recommend profiling memory if suspicious leaks arise due to closures holding unintended references.
[Narration]
Closures are one of JavaScript’s most powerful but often misunderstood features. They occur when an inner function retains access to variables from its outer lexical environment, even after that outer function has completed execution. This mechanism enables elegant encapsulation of private data and state, allowing you to build modular components or functions that hide their internals without exposing them globally. Common patterns like event handlers, currying, or memoization rely heavily on closures. However, it's crucial to be mindful: closures can inadvertently retain references longer than necessary, causing memory leaks, especially if you’re holding onto large objects or DOM nodes inside closure scope. When debugging, tools like Chrome DevTools’ Scopes panel allow you to examine variables captured by closures at breakpoints, giving insight into their lifetime and values. While closures enhance expressiveness, excessive or careless use can make state flow more opaque and harder to trace, so clear documentation and lifecycle management are best practices for maintainable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Deep technical understanding of asynchronous execution flow and best practices for error handling and performance.
[Takeaway]
Understanding the event loop and promise microtask queue is fundamental to writing predictable, maintainable asynchronous frontend code.
[Speaker Notes]
Describe the JavaScript runtime model: single-threaded call stack complemented by macrotask and microtask queues managing asynchronous events.
Explain microtasks (Promises) run before macrotasks (setTimeout, I/O), crucial for understanding callback ordering and preventing race conditions.
Detail Promise states: pending, fulfilled, rejected, and their chaining via then/catch for controlled asynchronous flows.
Explain async/await simplifies promise handling with syntactic sugar but requires try/catch for proper error management.
Emphasize use of browser DevTools async call stacks and Network tab to debug asynchronous behavior and measure performance.
Discuss pitfalls like not awaiting async functions, leading to concurrency issues.
Encourage mastering this model to write predictable, maintainable asynchronous frontend code critical in modern apps.
[Narration]
Understanding JavaScript's asynchronous model deeply is essential for robust frontend engineering. The runtime executes code on a single call stack but offloads asynchronous operations into macrotask and microtask queues. Macrotasks include timer callbacks and I/O, while microtasks mainly consist of Promise resolutions. Importantly, microtasks always run before macrotasks at the end of each event loop, which governs the order in which async callbacks execute — mastering this prevents subtle race conditions. Promises represent asynchronous results that transition from pending to fulfilled or rejected states, with chaining methods like then() and catch() to propagate success or failure through sequences. Async/await syntax streamlines promise handling into a more readable style but demands you handle errors explicitly with try/catch blocks; ignoring this leads to uncaught exceptions. For debugging, browser DevTools provide async call stacks and Network panels to trace real-time async flows, plus console.time() helps profile async operation durations. Remember, forgetting to await async calls causes concurrency bugs — never neglect explicit awaiting or proper promise handling for predictability and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Implementing real-world asynchronous data fetching with modern JS, emphasizing proper error handling and performance.
[Takeaway]
Well-structured asynchronous fetch with error handling and performance profiling builds resilient data-driven frontends.
[Speaker Notes]
Demonstrate use of async functions with await to write straightforward asynchronous fetch calls.
Highlight that fetch resolves even on HTTP error statuses, so response.ok must be checked explicitly.
Illustrate try/catch usage to gracefully catch network errors or parsing failures, enabling meaningful fallback UI or retry logic.
Recommend logging errors with console.error and timing operations with console.time during development for latency profiling.
Discuss performance optimizations: caching responses where suitable and aborting previous fetches using AbortController to cancel obsolete requests, improving UX.
Warn against mixing callback or nested then chains with async/await to avoid callback hell and race conditions.
Encourage clean, structured async patterns for reliable, maintainable data interactions.
[Narration]
Fetching data asynchronously is a bread-and-butter frontend task, and the Fetch API paired with async/await syntax makes that remarkably elegant. Using async functions with await lets you write asynchronous requests sequentially, avoiding deeply nested callbacks. However, a critical detail: fetch itself doesn’t throw on HTTP errors like 404 or 500. You must explicitly check response.ok to detect such failures, throwing an error or handling it gracefully. Wrap fetch calls in try/catch blocks to catch both network-level errors and JSON parsing failures, giving you a chance to present fallback UI or implement retries. During development, console.error helps track issues effectively, and console.time() allows you to measure request durations, identifying latency bottlenecks. For performance, consider caching frequent responses and use AbortController to cancel fetches if they become obsolete before completion, enhancing responsiveness. Above all, avoid mixing promise-based then chains with async/await styles to keep code predictable and avert callback hell or race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Combining semantic HTML, CSS layout, and JavaScript debugging into a cohesive development approach.
[Takeaway]
A disciplined, tool-supported workflow harmonizing semantic markup, responsive styles, and precise JS debugging ensures robust frontend delivery.
[Speaker Notes]
Outline an integrated approach: start with semantic HTML audits using Lighthouse and manual role inspections to catch accessibility issues.
Explain using DevTools Elements panel to debug CSS layouts — toggling CSS properties for grid and flexbox live to see effect and detect reflow bugs.
Reinforce JavaScript debugging workflows with Sources panel: breakpoints, stepping through code, inspecting closure variables, and asynchronous call stacks.
Advocate modular CSS strategies (BEM or CSS-in-JS) alongside ES6 module structure in JS to improve maintainability and collaboration.
Highlight using Network and Performance tabs for profiling async requests and detecting event loop delays impairing responsiveness.
Encourage integrating automated audits and testing tools into your development pipelines for ongoing reliability and early issue detection.
Stress that a disciplined, tool-supported workflow reduces bugs and respects performance and accessibility requirements comprehensively.
[Narration]
To deliver robust, accessible, and performant frontend applications, a systematic, integrated debugging workflow is indispensable. Begin by auditing your semantic HTML with tools like Lighthouse, supplemented by manual inspections of ARIA roles and landmarks to ensure accessibility correctness. In the DevTools Elements panel, live toggle CSS properties on your grid or flex containers to pinpoint layout glitches or unintended reflows. For JavaScript, set breakpoints in the Sources panel to navigate through code paths, inspect closure variables, and track asynchronous call stacks to diagnose complex bugs. Adopting modular CSS patterns like BEM or CSS-in-JS boosts style maintainability, especially when paired with ES6 modules that organize your JS code cleanly. The Network and Performance tabs reveal async request timings and event loop delays, critical for optimizing load and interactivity. Finally, integrate automated accessibility and UI testing frameworks into your pipeline to catch regressions early. This disciplined approach harnesses browser tools' full potential, harmonizing markup, styles, and scripts to deliver seamless user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Structuring for Accessibility and Maintainability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the purpose and application of core semantic elements to build accessible, maintainable frontends.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tags like &lt;header&gt;, &lt;nav&gt;, &lt;main&gt;, &lt;section&gt;, &lt;article&gt;, and &lt;footer&gt; define page regions with explicit meaning, enhancing navigability by assistive technologies.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Proper use supports SEO by signaling document structure and improves developer clarity over 'div soup'.</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Landmark roles are inherent in semantic tags; use only one &lt;main&gt; per page to define primary content.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&lt;figure&gt; with &lt;figcaption&gt; for images with captions to bind media and description semantically.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using non-semantic &lt;div&gt; or &lt;span&gt; for meaningful structures – use ARIA roles only when native semantics are insufficient.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Nested &lt;section&gt;s require heading elements to establish hierarchy, preventing accessibility pitfalls.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highlighting semantic HTML5 page regions like header, nav, main, sections, and footer with screen reader focus indicators.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Semantic HTML5 elements provide the foundational structure that makes frontend content accessible, SEO-friendly, and easier to maintain, reducing reliance on ARIA when correctly applied.</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Introduce the importance of using semantic HTML tags to represent the structure and meaning of content explicitly.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core elements like &lt;header&gt;, &lt;nav&gt;, &lt;main&gt;, &lt;section&gt;, &lt;article&gt;, and &lt;footer&gt;, focusing on their roles as landmarks recognized by assistive technologies.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Emphasize that semantic markup significantly improves accessibility by enabling screen readers to navigate and interpret pages accurately.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Point out how SEO benefits from clear document hierarchy, as search engines can better understand content sections.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Note the importance of only one &lt;main&gt; tag per page to define the primary content region.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&lt;figure&gt; and &lt;figcaption&gt; usage for associating images with captions semantically.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against abusing non-semantic &lt;div&gt; or &lt;span&gt; for structural roles; ARIA roles should only be added when native semantics are insufficient.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heading requirements inside nested sections to maintain proper hierarchy and avoid accessibility pitfalls.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a mindset of meaningful markup to reduce dependency on ARIA and improve developer clarity.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Common Semantic HTML Mistakes and Debugging Tips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Identifying and resolving common misuse of HTML elements that degrade accessibility and maintainability.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Misusing &lt;b&gt; and &lt;i&gt; for style instead of &lt;strong&gt; and &lt;em&gt; reduces semantic value and impairs screen reader cues.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Failing to use &lt;main&gt; or using multiple &lt;main&gt; tags breaks ARIA landmark expectations and confuses assistive tech.</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Overusing &lt;div&gt; causes 'div soup', making document structure opaque and harder to maintain or navigate.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Incorrect ARIA usage may override native semantics causing accessibility conflicts; ARIA roles should supplement, not replace.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tip: Use browser accessibility tree inspections (e.g., Chrome DevTools Accessibility pane) to verify correct landmark and role assignments.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browser's accessibility tree highlighting semantic landmarks and ARIA roles.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Correct semantic usage and prudent ARIA implementation are critical; debugging accessibility trees helps ensure proper document meaning and screen reader compatibility.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common semantic mistakes like using &lt;b&gt; and &lt;i&gt; purely for visual styling instead of &lt;strong&gt; and &lt;em&gt;, which convey meaning to screen readers.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issues caused by multiple &lt;main&gt; tags or absence of any &lt;main&gt;, confusing assistive tech landmarks.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consequences of overusing &lt;div&gt; elements, which obscure document structure and increase maintenance difficulty.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Point out incorrect or excessive ARIA usage overriding native semantics and causing accessibility conflicts.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practical debugging techniques using browser DevTools accessibility tree to visualize landmarks and ARIA roles.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habitual accessibility tree inspections to validate the actual accessibility output, not just source code.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importance of validating semantic roles especially after complex DOM manipulations or third-party UI components insertions.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Flexbox: One-Dimensional Layouts with Control and Flexibility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Technical deep dive into Flexbox mechanics, properties, and reliable responsive layout patterns.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container: 'display: flex' enables flexible box model; 'flex-direction' selects main axis orientation (row/column).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Key alignment properties: 'justify-content' aligns along main axis, 'align-items' aligns cross-axis, 'flex-wrap' controls wrapping behaviour.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 item properties like 'flex-grow', 'flex-shrink', and 'flex-basis' determine how items scale and shrink to fill space.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Complex layouts: Combine flex-wrap with min-width on items to create responsive navbars that wrap gracefully without overflow.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Performance tip: Minimize excessive nesting of flex containers to reduce browser layout recalculations and repaint cost.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Use browser DevTools 'Flexbox editor' (e.g., Chrome) to interactively tweak flex properties and watch layout changes live.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illustrating Flexbox container properties and item growth/shrink behavior along row axis.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Flexbox provides a robust one-dimensional layout system, offering fine-grained control for responsive linear alignments while balancing performance and complexity.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Begin with the fundamentals of Flexbox: the container and how its main axis is defined by flex-direction.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Deep dive into alignment properties — justify-content (main axis) and align-items (cross axis) — and their effects on layout.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how flex-wrap allows content to wrap into multiple lines or columns addressing responsiveness.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Detail flex item properties: flex-grow enables growth proportional to available space; flex-shrink controls shrinking behavior; flex-basis sets the initial size.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 how combining flex-wrap with min-width on children creates responsive wrapping navbars or card layouts.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Note performance implication of many nested flex containers: excessive layout recalculations, suggest mindful container hierarchy.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Advise using DevTools Flexbox editors for interactive, real-time manipulation to understand flex behavior intuitively.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Grid: Two-Dimensional Precision Layouts for Complex Interfaces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Mastering CSS Grid syntax, explicit vs implicit grids, and grid-area placement strategies for significant UI control.</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CSS Grid introduces two-dimensional layout with explicit control over rows and columns using 'grid-template-columns' and 'grid-template-rows'.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Grid template areas allow intuitive naming of regions, enabling semantic placement and easier maintenance.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Browsers auto-generate implicit grid rows or columns when items exceed defined tracks, but this can have performance implications.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Grid lines can be referenced numerically or with named lines for precise placement of grid items.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Responsive design: Combine grid with media queries or 'minmax()' and fractional units ('fr') to create fluid, adaptable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Use DevTools grid overlays (Chrome/Fx) to visualize grid tracks, gaps, and item placement reactively.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Browser DevTools screenshot highlighting grid lines and area outlines on a web page.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CSS Grid empowers precise, scalable two-dimensional layouts, streamlining complex UI designs with readable code and performant rendering.</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two-dimensional grid model: controlling both rows and columns explicitly.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grid-template-columns and grid-template-rows for defining track sizes and number of grid areas.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grid-template-areas as a way to semantically name portions of the grid and assign items accordingly.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implicit grid tracks generated automatically when content exceeds defined areas, noting potential performance concerns.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referencing grid lines numerically or by name and how that enables precise item placement.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 how fractional units (fr) and minmax() enhance responsiveness and fluid resizing.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use of DevTools grid overlays to visualize track boundaries, gaps, and placements during debugging complex layouts.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Combining Flexbox and CSS Grid for Responsive Web Design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the strengths of both Flexbox and Grid to build adaptive and maintainable responsive layouts.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CSS Grid for high-level page layout: defining major rows and columns of the interface.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Within grid areas, use Flexbox for aligning, distributing space, and ordering elements linearly (e.g., navbars, buttons).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'minmax()' and fractional units in Grid to create flexible columns that adapt with viewport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Flexbox 'flex-wrap: wrap' paired with 'min-width' on items enables graceful item wrapping in navigation or card layouts.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layout thrashing by clearly separating structural grid containers from smaller flex containers; combine carefully to maintain performance.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Inspect computed styles for both flex and grid containers to diagnose overriding conflicts or unexpected behaviors.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showing a grid layout with nested flex containers managing linear alignment inside grid cells.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Strategically combining Grid’s two-dimensional layout with Flexbox’s one-dimensional flexibility enables robust, adaptive, and maintainable responsive designs.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strategy: use CSS Grid for global page structure - defining major rows and columns.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Inside grid cells or areas, use Flexbox to manage linear alignment, distribution, and ordering.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tools within Grid like minmax() and fr units to create adaptable columns.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combining Flexbox’s flex-wrap with min-width on children for flexible navigation or card layouts within grid areas.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Recommend separation between layout concerns: grid containers for structure, flex containers for smaller group alignment to avoid complexity.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about performance issues from mixing layouts without clear boundaries causing style recalculations and layout thrashing.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Advise inspecting computed styles in DevTools to diagnose conflicts or overrides between grid and flex properties.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ES6+ JavaScript: Syntax and Patterns for Cleaner, Modular Code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Utilizing modern ES6+ language features to write maintainable, expressive frontend code modules.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offer concise anonymous functions with lexical 'this', avoiding common scoping bugs.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Destructuring objects and arrays simplifies extracting values and improves readability.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Spread/rest operators provide flexible handling of variable numbers of arguments and enable immutable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ES6 modules ('import' and 'export') facilitate code modularization and efficient bundling in modern build systems.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 literals provide multi-line strings and interpolation, improving cleanliness of dynamic content generation.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Best practice: Prefer const/let over var; use default function parameters for safer, self-documenting APIs.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comparing ES5 function syntax with modern ES6 arrow functions and destructuring.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Adopting ES6+ features leads to more maintainable, modular, and clear JavaScript, essential for scalable frontend development.</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Begin by explaining arrow functions’ benefits: concise syntax and lexical this binding to prevent context bugs.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Describe destructuring for objects and arrays improving readability by extracting necessary parts succinctly.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Cover spread/rest operators for flexible arguments handling and immutably updating data structures.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ES6 modules: import/export syntax enabling modular, maintainable code that modern build tools can bundle efficiently.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Show how template literals improve string concatenation and multi-line string creation with embedded expressions.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Advocate using const and let over var for block scoping, plus default parameters for safer, self-documenting functions.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writing modular clean code as foundation for scalable frontend architectures, easing testing and collaboration.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7</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Closures, Scopes, and Debugging Lexical Environments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Mechanics of closures in JavaScript and their role in encapsulation and state management with debugging strategies.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Closures occur when inner functions retain access to variables in their lexical scope even after the outer function returns.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They enable private data by encapsulating state inside factory functions or modules without polluting global scope.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use cases: event handlers, currying, memoization, data hiding in components.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tip: Use browser DevTools 'Scopes' panel to inspect closure variables during breakpoints to understand variable lifecycle.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of unintended memory retention in closures leading to leaks; profile with browser memory tools when suspicious.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Overusing closures can complicate state tracking; document intent and lifecycle carefully in complex modules.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Illustrated scope chain diagram showing an inner function accessing outer variables post execution.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Closures are powerful for encapsulating state and enabling modular JavaScript but require careful debugging and memory consideration.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lexical scoping: inner functions remember outer variables even after the outer function returns, forming closures.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practical closure use cases: encapsulating private state, currying functions, event handler contexts.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Detail how closures enable data hiding and modular state management without polluting global scope.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about potential memory leaks from closures holding onto large or unnecessary references longer than needed.</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Introduce Chrome DevTools Scopes panel to inspect closure variables during debugging, emphasizing understanding variable lifecycles.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that overusing closures can complicate state tracking — recommend documenting intent and lifecycle clearly especially in large apps.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Recommend profiling memory if suspicious leaks arise due to closures holding unintended references.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8</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Mastering Asynchronous JavaScript: Event Loop, Promises, and Async/Await</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Deep technical understanding of asynchronous execution flow and best practices for error handling and performance.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JavaScript runtime uses a call stack, with macrotask and microtask queues managing asynchronous callbacks and promise resolutions.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(Promises) execute before macrotasks (setTimeout), crucial to prevent race conditions and unexpected ordering.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have three states—pending, fulfilled, rejected—allow chaining with .then()/.catch() for control 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Async/await syntax simplifies promise handling but requires try/catch blocks for robust error management.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asynchronous code: use browser DevTools async call stacks and Network tab; console.time() measures operation duration.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Not awaiting async calls leads to concurrency bugs; always await or handle returned promises explicitly.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JS event loop with call stack, macro task queue, and microtask queue sequencing.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Understanding the event loop and promise microtask queue is fundamental to writing predictable, maintainable asynchronous frontend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Describe the JavaScript runtime model: single-threaded call stack complemented by macrotask and microtask queues managing asynchronous events.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microtasks (Promises) run before macrotasks (setTimeout, I/O), crucial for understanding callback ordering and preventing race conditions.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Detail Promise states: pending, fulfilled, rejected, and their chaining via then/catch for controlled asynchronous flows.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async/await simplifies promise handling with syntactic sugar but requires try/catch for proper error management.</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Emphasize use of browser DevTools async call stacks and Network tab to debug asynchronous behavior and measure performance.</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pitfalls like not awaiting async functions, leading to concurrency issues.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mastering this model to write predictable, maintainable asynchronous frontend code critical in modern apps.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9</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Practical Asynchronous JavaScript: Fetch API with Error Handling</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Implementing real-world asynchronous data fetching with modern JS, emphasizing proper error handling and performance.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'async' functions with 'await' to sequence asynchronous fetch calls cleanly and readably.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Check HTTP response status explicitly; fetch doesn’t throw on HTTP errors, so verify 'response.ok'.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try/catch blocks to catch network or parsing errors and display meaningful fallback or retry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'console.error' and performance timers (console.time) during development to profile network latency.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by caching responses where appropriate and canceling obsolete requests (AbortController) to improve UX.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mixing callbacks or nested promise chains with async/await to prevent callback hell and race conditions.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example of async function fetching API, checking response, parsing JSON, and error catching.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Well-structured asynchronous fetch with error handling and performance profiling builds resilient data-driven frontends.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Demonstrate use of async functions with await to write straightforward asynchronous fetch calls.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that fetch resolves even on HTTP error statuses, so response.ok must be checked explicitly.</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Illustrate try/catch usage to gracefully catch network errors or parsing failures, enabling meaningful fallback UI or retry logic.</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Recommend logging errors with console.error and timing operations with console.time during development for latency profiling.</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Discuss performance optimizations: caching responses where suitable and aborting previous fetches using AbortController to cancel obsolete requests, improving UX.</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Warn against mixing callback or nested then chains with async/await to avoid callback hell and race conditions.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clean, structured async patterns for reliable, maintainable data interactions.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Frontend Web Technologies: HTML, CSS, and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10</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Integrated Frontend Debugging and Best Practices Workflow</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Combining semantic HTML, CSS layout, and JavaScript debugging into a cohesive development approach.</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Audit HTML accessibility with Lighthouse and inspect semantic roles visually; fix ARIA conflicts and landmark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DevTools Elements panel to debug CSS grid and flexbox layouts; toggle styles live and observe reflows.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breakpoints in Sources panel for JavaScript errors; inspect closures and asynchronous call stacks.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BEM or CSS-in-JS methodologies for modular, maintainable styling coupled with ES6 module structure.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network and performance tabs to analyze async requests for bottlenecks; profile event loop delays to optimize responsiveness.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 audits where possible and integrate testing for UI, accessibility, and race condition detection.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showing Chrome DevTools panels: Elements, Console, Network, and Performance in debugging usage.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disciplined, tool-supported workflow harmonizing semantic markup, responsive styles, and precise JS debugging ensures robust frontend delivery.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Outline an integrated approach: start with semantic HTML audits using Lighthouse and manual role inspections to catch accessibility issues.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Explain using DevTools Elements panel to debug CSS layouts — toggling CSS properties for grid and flexbox live to see effect and detect reflow bugs.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Reinforce JavaScript debugging workflows with Sources panel: breakpoints, stepping through code, inspecting closure variables, and asynchronous call stacks.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Advocate modular CSS strategies (BEM or CSS-in-JS) alongside ES6 module structure in JS to improve maintainability and collaboration.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Highlight using Network and Performance tabs for profiling async requests and detecting event loop delays impairing responsiveness.</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Encourage integrating automated audits and testing tools into your development pipelines for ongoing reliability and early issue detection.</a:t>
            </a:r>
            <a:endParaRPr lang="en-US" sz="1000" dirty="0"/>
          </a:p>
          <a:p>
            <a:pPr indent="0" marL="0">
              <a:buNone/>
            </a:pPr>
            <a:r>
              <a:rPr lang="en-US" sz="1000" i="1" dirty="0">
                <a:solidFill>
                  <a:srgbClr val="5B6472"/>
                </a:solidFill>
                <a:latin typeface="Aptos" pitchFamily="34" charset="0"/>
                <a:ea typeface="Aptos" pitchFamily="34" charset="-122"/>
                <a:cs typeface="Aptos" pitchFamily="34" charset="-120"/>
              </a:rPr>
              <a:t>Stress that a disciplined, tool-supported workflow reduces bugs and respects performance and accessibility requirements comprehensively.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Frontend Web Technologies: HTML, CSS, and JavaScript Essentials</dc:title>
  <dc:subject>This module will solidify Sooraj's foundational expertise in essential frontend technologies by deep-diving into HTML5 semantics, modern CSS techniques including Flexbox and Grid, and advanced JavaScript concepts like asynchronous programming, closures, and ES6+ features. The course includes practical exercises to build responsive, accessible, and highly interactive web interfaces integrating these skills.</dc:subject>
  <dc:creator>Rellax</dc:creator>
  <cp:lastModifiedBy>Rellax</cp:lastModifiedBy>
  <cp:revision>1</cp:revision>
  <dcterms:created xsi:type="dcterms:W3CDTF">2026-03-21T09:23:39Z</dcterms:created>
  <dcterms:modified xsi:type="dcterms:W3CDTF">2026-03-21T09:23:39Z</dcterms:modified>
</cp:coreProperties>
</file>