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Advanced REST API design aspects impacting frontend consumption and integration.
[Takeaway]
Mastering REST nuances like idempotency, pagination, versioning, and error standards enables reliable API integration, reducing subtle frontend bugs.
[Speaker Notes]
Emphasize how REST API design affects frontend integration and the importance of understanding subtle constraints for frontend developers. Highlight stateless interactions, idempotency, pagination strategies, versioning, rate limiting, and error standards as essential pillars to ensure predictable, maintainable frontend experiences.
[Narration]
Hey, Sudarshan, when integrating RESTful APIs, mastering core principles like statelessness and idempotency is key for frontend robustness. REST models resources as nouns, manipulated via HTTP verbs; importantly, GET, PUT, and DELETE calls must be idempotent, meaning they can be repeated without unintended side effects. For large data sets, cursor-based pagination is preferred over offsets to maintain performance and consistency. Explicit API versioning in URLs or headers allows your frontend to handle changes gracefully. Handling rate limits by reading response headers and implementing exponential backoff avoids hammering APIs. Lastly, standardizing error payloads means your UI can reliably parse and display errors, reducing tricky bugs and enhancing user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Technical understanding of JavaScript concurrency model to troubleshoot async execution issues.
[Takeaway]
Deep knowledge of event loop and microtask order is essential to debug, anticipate, and optimize async JavaScript behavior correctly.
[Speaker Notes]
Explain JavaScript’s concurrency model, focusing on the differentiation between macrotasks and microtasks. Stress the timing subtleties of microtasks executing immediately after current code finish but before the next macrotask, which often puzzles developers. Discuss practical debugging scenarios like promises preempting timers. Encourage strategies to prevent UI jank through task management and web workers.
[Narration]
JavaScript’s single-threaded nature is orchestrated by an event loop juggling two queues: macrotasks and microtasks. Macrotasks handle timers and I/O, while microtasks, including promise continuations, run immediately after the current script completes and before the next macrotask. This subtle ordering explains why promise callbacks often occur before setTimeout ones, a common cause of unexpected async behavior and UI freezes. Understanding this is crucial when debugging race conditions or UI jank. To maintain responsiveness, heavy tasks should move to web workers or be carefully split. Misunderstanding microtask timing can silently cause race issues or delayed interface updates, so a deep grasp of this model is essential for smooth async 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In-depth handling of promises and async/await with emphasis on performance, error handling, and concurrency control.
[Takeaway]
Employing promise combinators and async/await with proper error handling and concurrency yields performant, maintainable async code.
[Speaker Notes]
Clarify distinctions between sequential and parallel promise handling and why careless awaits inside loops degrade performance. Describe practical usage of Promise.race for timeouts and Promise.allSettled for fault tolerance. Emphasize consistent error handling with try/catch and caution against mixing callback styles, which complicate flow control and introduce bugs.
[Narration]
You’ll find that chaining promises with .then is great for dependent async steps, but when tasks are independent, using Promise.all can dramatically speed up your code by running them in parallel. Promise.race is a clever way to impose timeouts by racing a request against a delay—the first to resolve wins. Avoid sequential awaits inside loops, which force slow, step-by-step execution; instead, map your async operations and await a single Promise.all to get the best throughput. Always handle possible rejections via try/catch blocks or helper wrappers to prevent silent failures. And be cautious mixing callbacks and promises—they can create tangled control flow and subtle race conditions that are hard to debug. Using Promise.allSettled helps when you want all results, including failures, to process collectively.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Critical design and implementation choices for HTTP clients, authentication, and efficient data fetching.
[Takeaway]
Choosing and configuring your HTTP client alongside smart token and fetch management dramatically improves frontend reliability and performance.
[Speaker Notes]
Discuss the trade-offs between Fetch and Axios in detail, emphasizing Axios’s advantages in interception and automatic JSON parsing. Stress designing Axios instances for auth with interceptors for token injection and response handling. Highlight secure token storage and standard React hooks or libraries for fetching. Also explain optimizing user input-triggered calls and debugging with DevTools and logging tools for reliable frontends.
[Narration]
Choosing between Fetch and Axios hinges on flexibility versus convenience. Fetch is native and minimal but requires you to manually parse JSON and handle retries or errors. Axios shines with built-in JSON parsing, request cancellation, and interceptors that let you transparently add tokens or refresh them on 401 responses. Setting up Axios instances with base URLs and auth interceptors automates these flows, simplifying your code. Store tokens securely—prefer HTTP-only cookies, or at least memory storage with refresh mechanisms—to avoid XSS risks. In React, hooks like useEffect or advanced libraries like React Query help manage caching, deduplication, and stale data elegantly. Also, apply debounce/throttle techniques on user-triggered calls to reduce load. Use browser DevTools and centralized logging for detailed tracing to debug issues effectively.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Best security practices for storing, refreshing, and securing authentication tokens in frontend JavaScript applications.
[Takeaway]
Secure token handling with proper storage, refresh, and CSRF precautions is critical to protect users and maintain seamless app access.
[Speaker Notes]
Explain the security implications behind token storage choices, highlighting why localStorage is unsafe and why HTTP-only SameSite cookies are favored. Detail how to maintain session continuity with silent token refresh and global interceptors handling 401 errors. Discuss CSRF risks and mitigations via cookie policies. Emphasize the necessity of continual testing of auth flows and token lifecycle management to ensure strong protection and user experience.
[Narration]
Security in SPAs demands careful token handling. Avoid localStorage because it can be stolen via XSS attacks; HTTP-only SameSite cookies are more resilient since JavaScript can’t access them and browsers enforce strict cross-site policies. For tokens stored in memory, implement seamless background refresh before expiry to prevent sudden logouts. Use Axios or Fetch interceptors to attach auth headers automatically and catch 401 Unauthorized responses globally, triggering refresh retries. To guard against CSRF, leverage SameSite cookie policies and avoid custom headers that trigger CORS preflight, which can expose vulnerabilities. Regularly review token expiration, revocation, and renewal logic to minimize interruptions and keep sessions secure. Testing these flows thoroughly, including expired tokens and refresh failures, is essential to protect your users and maintain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Advanced techniques for mocking, testing, and debugging async API calls and edge cases in frontend environments.
[Takeaway]
Comprehensive async API testing using Jest and MSW is pivotal to building reliable frontends resilient to real-world instability.
[Speaker Notes]
Focus on advanced testing strategies: combining Jest’s async support with waitFor to handle UI states, and employing MSW to mock REST APIs realistically with controlled latency and failures. Talk about importance of edge case coverage: network errors, slow responses, partial failures, token refresh logic. Mention integrating DevTools and Sentry to map tests to runtime behaviors. Encourage writing integration and E2E tests with mocked backends to detect weaknesses before deployment.
[Narration]
Testing asynchronous APIs demands tools that simulate real-world complexity. Jest supports async/await and utilities like waitFor help you confirm UI state transitions in response to API calls. Mock Service Worker (MSW) shines here, letting you intercept and simulate realistic REST API responses, including latency, errors, and varied payloads, without involving actual servers. Testing edge cases like network failures, partial batch errors, and token refresh logic strengthens your app’s resilience. Make sure to cover all error branches and test retry and fallback mechanisms thoroughly. Coupling these tests with runtime monitoring tools like browser DevTools and Sentry enables swift correlation of issues found in production. Integration and end-to-end tests with mocked backends further ensure your frontend handles backend unpredictability gracefully before hitting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RESTful APIs and Asynchronous Programming in JavaScript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REST API Design Principles for Robust Frontend Integration</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Advanced REST API design aspects impacting frontend consumption and integration.</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REST operates on stateless HTTP methods modeling resources as nouns (e.g., /users).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Idempotency: GET, PUT, DELETE must be idempotent; POST may change state with side effects.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cursor-based pagination over offset-based for performant, stable large dataset navigation.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Prefer explicit versioning via URL path or Accept headers; design frontend to gracefully handle deprecated API versions.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Handle rate limiting proactively by reading X-RateLimit-Remaining and Retry-After headers; implement exponential backoff for 429 responses.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Centralize error handling with standardized error response payloads (error codes, messages) for consistent UI feedback and logging.</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illustrating REST resource endpoints and HTTP method mapping with examples of pagination and versioning.</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Mastering REST nuances like idempotency, pagination, versioning, and error standards enables reliable API integration, reducing subtle frontend bugs.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Emphasize how REST API design affects frontend integration and the importance of understanding subtle constraints for frontend developers. Highlight stateless interactions, idempotency, pagination strategies, versioning, rate limiting, and error standards as essential pillars to ensure predictable, maintainable frontend experiences.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RESTful APIs and Asynchronous Programming in JavaScript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JavaScript Event Loop and Microtasks: Debugging Async Execution</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Technical understanding of JavaScript concurrency model to troubleshoot async execution issues.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JS runs on single thread processing events via the event loop.</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Event loop's macrotask queue handles timers, I/O; microtask queue handles promises and async/await continuations.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Microtasks always run immediately after current script finishes and before next macrotask.</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This ordering explains why promises can preempt setTimeout callbacks, aiding debugging of UI freezes and unexpected task sequencing.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To prevent UI jank, offload heavy computation to web workers or split tasks to microtasks/macrotasks strategically.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Common pitfall: Misunderstanding microtask timing can cause subtle race conditions or delayed UI updates.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Flow diagram showing JavaScript call stack, event loop, microtask and macrotask queues.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Deep knowledge of event loop and microtask order is essential to debug, anticipate, and optimize async JavaScript behavior correctly.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JavaScript’s concurrency model, focusing on the differentiation between macrotasks and microtasks. Stress the timing subtleties of microtasks executing immediately after current code finish but before the next macrotask, which often puzzles developers. Discuss practical debugging scenarios like promises preempting timers. Encourage strategies to prevent UI jank through task management and web workers.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RESTful APIs and Asynchronous Programming in JavaScript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Advanced Promise Patterns and Async/Await Best Practices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In-depth handling of promises and async/await with emphasis on performance, error handling, and concurrency control.</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Promise chaining (.then) for dependent sequences; use Promise.all for true parallel async execution.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Promise.race can implement timeouts by racing network requests vs delay promises.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sequential awaits inside loops; instead map and use Promise.all to parallelize batch calls, improving throughput.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Always handle promise rejections explicitly; wrapping async functions in try/catch or using utility wrappers prevents silent failures.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Promise.all rejects on first failure — use Promise.allSettled for fault-tolerant batch requests where partial success matters.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Beware mixing callbacks with promises to avoid tangled control flow and race conditions.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Code snippet visualization comparing sequential await vs Promise.all parallel execution.</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Employing promise combinators and async/await with proper error handling and concurrency yields performant, maintainable async code.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Clarify distinctions between sequential and parallel promise handling and why careless awaits inside loops degrade performance. Describe practical usage of Promise.race for timeouts and Promise.allSettled for fault tolerance. Emphasize consistent error handling with try/catch and caution against mixing callback styles, which complicate flow control and introduce bugs.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RESTful APIs and Asynchronous Programming in JavaScript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4</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Implementing Robust API Consumption with Fetch and Axios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Critical design and implementation choices for HTTP clients, authentication, and efficient data fetching.</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Fetch is native and flexible but requires explicit JSON parsing; Axios auto-parses responses and supports interceptors.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Create Axios instances with base URL and auth interceptors to automate token attachment and 401 handling.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Token management must securely store tokens (prefer HTTP-only cookies); refresh tokens silently to maintain session.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React hooks like useEffect or libraries (React Query/SWR) to manage data fetching, caching, and deduplication.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Optimize user-triggered API calls with debounce/throttle mechanisms to prevent network flooding.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browser DevTools network and logging (Sentry/debug) for detailed request tracing and async error monitoring.</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showing API calls managed via Axios instance with token interceptor and React Query caching layers.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Choosing and configuring your HTTP client alongside smart token and fetch management dramatically improves frontend reliability and performance.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Discuss the trade-offs between Fetch and Axios in detail, emphasizing Axios’s advantages in interception and automatic JSON parsing. Stress designing Axios instances for auth with interceptors for token injection and response handling. Highlight secure token storage and standard React hooks or libraries for fetching. Also explain optimizing user input-triggered calls and debugging with DevTools and logging tools for reliable frontends.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RESTful APIs and Asynchronous Programming in JavaScript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5</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Secure Token Handling and Authentication Strategies for SPAs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Best security practices for storing, refreshing, and securing authentication tokens in frontend JavaScript applications.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localStorage for token storage to prevent XSS attacks; use HTTP-only SameSite cookies wherever possible.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When storing tokens in memory, implement transparent background refresh to avoid abrupt session expiry.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Axios or Fetch interceptors to attach auth tokens securely and handle 401 statuses globally with refresh logic.</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Mitigate CSRF attacks by leveraging SameSite cookie policies and avoiding custom headers that trigger preflight unnecessarily.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Regularly review token expiration, revocation, and renewal flows to minimize user disruptions and increase session security.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Test authentication flows by simulating expired tokens and refresh retries during integration and automated tests.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Security flow diagram showing token lifecycle: storage, refresh, interceptor attachment, and CSRF mitigation.</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Secure token handling with proper storage, refresh, and CSRF precautions is critical to protect users and maintain seamless app access.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the security implications behind token storage choices, highlighting why localStorage is unsafe and why HTTP-only SameSite cookies are favored. Detail how to maintain session continuity with silent token refresh and global interceptors handling 401 errors. Discuss CSRF risks and mitigations via cookie policies. Emphasize the necessity of continual testing of auth flows and token lifecycle management to ensure strong protection and user experience.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Mastering RESTful APIs and Asynchronous Programming in JavaScript</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6</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Testing and Debugging Asynchronous APIs with Jest and MSW</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Advanced techniques for mocking, testing, and debugging async API calls and edge cases in frontend environments.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Jest’s async/await support combined with testing utilities like waitFor to handle async component states.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Mock RESTful APIs realistically with Mock Service Worker (MSW) to simulate network latency, errors, and varied payloads.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Test edge cases including network failures, slow responses, partial batch failures, and auth token renewal.</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Cover error branches explicitly in unit tests and include retries and fallback behaviors in test suites.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Leverage browser DevTools alongside Sentry or debug libraries to correlate test results with production runtime errors.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Write integration and E2E tests that incorporate mocked backends to ensure frontend resiliency before deployment.</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 capture showing Jest test results with a mocked API test suite passing.</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Comprehensive async API testing using Jest and MSW is pivotal to building reliable frontends resilient to real-world instability.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Focus on advanced testing strategies: combining Jest’s async support with waitFor to handle UI states, and employing MSW to mock REST APIs realistically with controlled latency and failures. Talk about importance of edge case coverage: network errors, slow responses, partial failures, token refresh logic. Mention integrating DevTools and Sentry to map tests to runtime behaviors. Encourage writing integration and E2E tests with mocked backends to detect weaknesses before deployment.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RESTful APIs and Asynchronous Programming in JavaScript</dc:title>
  <dc:subject>Focuses on deepening understanding of REST API design, consumption, and async programming patterns including promises, async/await, error handling, and data fetching strategies crucial for seamless frontend-backend integration.</dc:subject>
  <dc:creator>Rellax</dc:creator>
  <cp:lastModifiedBy>Rellax</cp:lastModifiedBy>
  <cp:revision>1</cp:revision>
  <dcterms:created xsi:type="dcterms:W3CDTF">2026-03-21T09:48:45Z</dcterms:created>
  <dcterms:modified xsi:type="dcterms:W3CDTF">2026-03-21T09:48:45Z</dcterms:modified>
</cp:coreProperties>
</file>