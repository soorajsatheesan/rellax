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Deep dive into semantic elements and their critical role in accessible and maintainable web structures.
[Takeaway]
Proper use of semantic HTML5 anchors your frontend in accessibility, SEO, and code maintainability, enabling assistive tools to interpret UI correctly.
[Speaker Notes]
Lead a detailed walkthrough emphasizing the semantics of HTML5 tags, how they provide crucial landmarks that assistive technologies rely on, and why replacing divs with these elements matters beyond visual presentation. Highlight the interplay of native semantics and ARIA roles, drilling into where ARIA shines and where it can harm if misused. Use the example structure and common mistakes as anchor points to illustrate these principles. Encourage instructors to explain the nuances of &lt;fieldset&gt;/&lt;legend&gt; for forms, and how screen readers interpret landmarks for navigation.
[Narration]
Hey, Sudarshan, let’s dive into semantic HTML5, which forms the backbone of accessible and maintainable web structures. Unlike generic &lt;div&gt;s and &lt;span&gt;s, semantic tags like &lt;header&gt;, &lt;nav&gt;, &lt;main&gt;, &lt;section&gt;, and &lt;article&gt; provide machine-readable landmarks that assistive technologies—such as screen readers—use to navigate content logically. Think of them as signposts guiding users with visual impairments, allowing them to jump directly to, say, the main content or navigation without wading through irrelevant elements. It’s tempting to reach for &lt;div&gt;s everywhere, but that “div soup” hides meaning from these tools and can hurt SEO since search engines rely on semantics to understand page structure. Another pitfall is misusing ARIA attributes: they’re powerful but designed to supplement native HTML semantics, not replace them. Overusing or incorrectly applying ARIA can confuse assistive devices by providing conflicting information. For forms, pairing &lt;fieldset&gt; with &lt;legend&gt; groups controls meaningfully and informs users of related inputs, which helps keyboard-only and screen reader users. For images with captions, using &lt;figure&gt; along with &lt;figcaption&gt; keeps the image and its description semantically linked. Remember, a well-structured semantic document is not just cleaner code—it anchors your frontend in accessibility and SEO, ensuring assistive tools interpret your UI correctly and that your application is future-proof and easier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Exploring Flexbox mechanics and best practices for dynamic, adaptive component layouts.
[Takeaway]
Mastering Flexbox properties lets you build robust, adaptable UI components that gracefully handle dynamic content and viewport changes.
[Speaker Notes]
Guide instructors to unravel the one-dimensional nature of flexbox by focusing on main and cross axes, detailing how flex container properties configure layout flow. Explain the importance of 'flex-grow', 'flex-shrink', and 'flex-basis' in controlling space allocation and their implications on responsive designs. Stress common root causes of layout bugs, like absence or incorrect setting of 'flex-basis' or 'flex-wrap'. Use real-world examples like responsive navbars to make concepts tangible. Encourage emphasis on min-width/min-height as essential to preserve usability during shrinkage.
[Narration]
Flexbox is all about creating adaptable, one-dimensional layouts along a single axis—either row or column. When you set a container’s display to flex, you activate flexible box behavior, where child elements become flex items. The 'flex-direction' property dictates the main axis orientation; for example, row aligns items horizontally, while column stacks them vertically. Along this main axis, 'justify-content' controls how extra space is distributed—whether items cluster to the start, center, or space out evenly. Perpendicular to that is the cross axis, where 'align-items' ensures consistent vertical or horizontal alignment. Each flex item has properties like 'flex-grow', 'flex-shrink', and 'flex-basis' that determine how it scales or contracts when the container resizes. 'Flex-basis' sets the initial size, serving as a base for growth or shrinkage, and neglecting it often causes unexpected overflows or collapsed elements. Enabling 'flex-wrap' lets flex items flow onto multiple lines, which is crucial for responsive navbars or flexible grids. However, be cautious and use minimum size constraints like 'min-width' or 'min-height' to prevent items from shrinking beyond readability or usability. Debugging layout issues often boils down to these core flex properties being misconfigured or omitted, so mastering these leads to robust, dynamic UI components that gracefully handle different content sizes and screen widths.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Harnessing CSS Grid for complex, explicit grid-based layouts and fluid responsive design.
[Takeaway]
CSS Grid empowers precise, maintainable layouts with less markup and CSS, crucial for modern responsive interfaces.
[Speaker Notes]
Help instructors communicate the power of CSS Grid for two-dimensional layouts, emphasizing explicit grid definitions with fractional units and named areas to achieve semantic, maintainable structures. Clarify the distinction between implicit and explicit grids, discussing browser impact on performance. Show how line-based placement and overlapping create complex layouts. Stress combinatorial strategies pairing grids with media queries while warning against overly intricate nested grids that complicate responsiveness and debugging.
[Narration]
CSS Grid ushers in true two-dimensional control over your layout, allowing you to explicitly define both rows and columns with fine granularity. By specifying 'grid-template-columns' and 'grid-template-rows', you set the dimensions using flexible units like fractions ('fr'), pixels, or percentages. The 'minmax()' function is particularly powerful, enabling columns or rows to grow or shrink within defined limits, which helps create truly fluid designs. Named grid areas, declared via 'grid-template-areas', let you describe your layout semantically—assigning meaningful names like 'header', 'sidebar', or 'content'—which simplifies CSS and improves code readability. You can then place each grid item explicitly by referring to these areas or by grid lines using 'grid-column' and 'grid-row', enabling creative overlaps and spanning. It’s important to distinguish between explicit grids you define and implicit grids that browsers generate automatically when items fall outside the explicit tracks; implicit grids can degrade performance and cause unpredictable layouts if not carefully managed. Combining CSS Grid with media queries lets you adjust your grid structure fluidly at different breakpoints, perfect for responsive designs. But be wary of overly complex nested grids—they might seem elegant but often complicate debugging and can hinder responsiveness. Striking a balance keeps your layouts both powerful and 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Integrating CSS Grid, Flexbox, and media queries for flexible, device-agnostic UIs.
[Takeaway]
Synergizing Grid, Flexbox, and media queries systematically yields scalable, maintainable, and performant responsive layouts.
[Speaker Notes]
Focus on integrating CSS Grid and Flexbox with media queries for responsive UIs. Emphasize fluid units and CSS variables for scalability and theming. Explain how combining Grid's 2D with Flexbox’s flexible 1D properties produces versatile layouts. Include best practices for graceful degradation and progressive enhancement. Encourage demonstration of DevTools responsive mode for validating adaptability and identifying edge cases.
[Narration]
Responsive design demands we think fluidly—not only how content flows across devices but how layout techniques complement each other. CSS Grid excels at defining the overall page structure with rows and columns that easily adapt using 'minmax()' and fractional units (like 'fr'), which flexibly expand or contract as the viewport changes. Inside these grid-defined areas, Flexbox powers flexible alignment and wrapping of internal components, offering precise control over content flow on one axis. This harmonious blend of Grid’s two-dimensional layout system with Flexbox’s one-dimensional flexibility lets you create intricate yet responsive designs that accommodate dynamic content gracefully. Meanwhile, media queries act as triggers at specific breakpoints, rearranging or resizing grids and flex containers to best suit device form factors—from spacious desktops to compact phones. Employing scalable units like ems or rems coupled with CSS variables ensures that sizes and spacings adjust consistently according to user preferences or theming requirements. Critically, designing layouts for graceful degradation means simpler Grid or Flexbox setups provide functional fallbacks on older browsers, safeguarding accessibility. Testing in browser DevTools’ responsive mode is invaluable for catching rare breakpoints or overflow issues. Altogether, thoughtfully combining these tools equips you with a responsive toolkit that’s flexible, maintainable, and performant.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Applying modern JavaScript syntax and patterns to write cleaner, more maintainable frontend code.
[Takeaway]
Leveraging ES6+ features clarifies your code and simplifies component implementation, aiding debugging and performance.
[Speaker Notes]
Guide instructors to unwrap key ES6+ features, highlighting how destructuring reduces verbosity, arrow functions clarify 'this' bindings, template literals ease string interpolation, and spread/rest operators simplify data manipulation. Emphasize modules for maintainability and tree shaking benefits. Warn about ‘var’ pitfalls and advocate let/const usage for predictable scoping and immutability. Use real-world React or Vue examples where applicable to relate these concepts to popular frameworks.
[Narration]
Modern JavaScript syntax, starting with ES6, equips you with powerful tools to write clearer, more maintainable code—key for sophisticated frontend development. Destructuring extracts properties from objects or arrays into standalone variables concisely, reducing boilerplate and enhancing readability. For instance, pulling values directly from a props object in React cleans up your component logic. Arrow functions serve as compact anonymous functions with the added benefit of lexical 'this' binding, sidestepping common pitfalls encountered with traditional function expressions in callbacks. Template literals introduce multi-line strings and embedded expressions via backticks, making dynamic UI generation much more natural and readable compared to concatenation. The spread and rest operators provide elegant syntax for expanding or collecting elements in arrays or objects; this is indispensable when merging state updates or handling variadic parameters in functions. Modularity introduced by ES6 modules—notably import and export statements—enforces clear dependency mappings, eases tree shaking to exclude unused code, and promotes reusable components. Lastly, departing from 'var' in favor of 'let' and 'const' reduces scope-related bugs by embracing block scoping and encourages immutability, which can prevent subtle side-effects and improve reliability. Embracing these features fundamentally clears the path for scalable and performant frontend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Technical explanation and debugging approaches for closures to manage state securely.
[Takeaway]
Mastering closures is key for stateful, maintainable JavaScript modules with encapsulated data and predictable behaviors.
[Speaker Notes]
Encourage instructors to explain closures as fundamental constructs where inner functions retain access to outer variables, even after the outer function finishes. Use examples highlighting data encapsulation and private variables as practical benefits. Address common traps like closures in loops, solutions via IIFEs or let scoping, and debugging tips using DevTools scopes panel. Reinforce lexical scope resolution’s basis in function definition rather than invocation context.
[Narration]
Closures are a cornerstone of JavaScript’s expressive power, enabling functions to maintain access to variables from their defining lexical environment—even after those outer functions have executed and returned. This feature creates robust opportunities for data encapsulation: by capturing private variables inside a closure, you avoid cluttering the global namespace while preserving state between invocations. Lexical scoping means that the environment a function closes over is determined by where it appears in the source code, not by how or where it’s called. However, closures can trip up developers, particularly in loops: if you create closures inside loops referencing the same variable, all closures may end up capturing the variable’s final value. This is solvable using immediately invoked function expressions (IIFEs) or by declaring loop variables with 'let' inside the loop block, creating distinct bindings per iteration. When debugging, Chrome DevTools’ Scopes panel or logging closure content with console.dir() can reveal the internal state captured by functions, demystifying tricky bugs. Mastery of closures empowers you to write more maintainable, encapsulated JavaScript modules that manage state predictably and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In-depth look at JavaScript runtime event loop, microtasks, and macrotasks for concurrency control.
[Takeaway]
Deep understanding of the event loop clarifies async code behavior and guides robust concurrency designs.
[Speaker Notes]
Help instructors dissect the single-threaded JS runtime focusing on the event loop mechanism coordinating synchronous call stack execution with asynchronous task handling. Distinguish macrotasks (timers, I/O) from microtasks (Promises), highlighting event loop’s microtask prioritization and its impact on execution order. Clarify common misconceptions and bugs resulting from misunderstanding event loop behavior. Share debugging techniques, including Performance tab insights on event loop delays and long tasks affecting UI responsiveness.
[Narration]
JavaScript runs on a single-threaded runtime where the call stack processes commands sequentially. To handle asynchronous operations without blocking this thread, the event loop orchestrates execution by managing two key queues: macrotask and microtask queues. Macrotasks include timers like setTimeout or user I/O events, while microtasks primarily encompass Promise callbacks. The event loop processes all pending microtasks after completing the current call stack but before starting the next macrotask. This prioritization ensures Promises resolve promptly, preventing race conditions and maintaining predictable execution sequences. Overlooking this subtle ordering often leads to bugs such as unreachable code or unexpected side-effects appearing in the wrong order. Mixing different asynchronous patterns, like callbacks and Promises without care, further complicates behavior. Understanding this model helps you write clear, non-blocking code with proper sequencing. Chrome DevTools' Performance tab is a helpful ally, exposing event loop delays, long task durations, and bottlenecks that affect UI smoothness. A deep grasp of the event loop unlocks the ability to design concurrency patterns that are both robust and performant.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Implementing, chaining, and error handling using Promises and async/await with best practices.
[Takeaway]
Robust async code depends on explicit handling of promise states and disciplined use of try/catch to handle errors.
[Speaker Notes]
Instruct to explicate promises as abstractions of future values with distinct states and how chaining promotes sequential asynchronous logic. Emphasize error handling importance with .catch() and try/catch within async functions to avoid silent failures. Warn about ignoring rejections and mixing async styles. Explain async/await as syntactic sugar that requires solid understanding of underlying promises. Demonstrate debugging async stacks and logging techniques to trace asynchronous flows clearly.
[Narration]
Promises encapsulate asynchronous operations by representing eventual results with states: pending, fulfilled, or rejected. They allow you to chain sequences of asynchronous tasks cleanly by returning promises or values from each step, maintaining a well-defined flow. However, robust handling requires explicit error management through .catch() methods or try/catch blocks when using async/await syntax. Ignoring promise rejections isn’t just sloppy—it leads to silent failures or worse, application crashes. Async/await brings syntactic sugar that vastly improves readability by writing asynchronous code that looks synchronous, but under the hood, it’s still promises working their magic. It’s crucial to grasp this mechanism to avoid traps like race conditions or unhandled rejections. Debugging asynchronous code benefits from placing synchronous logs around await statements to follow execution order and using Chrome’s Async stack traces to trace origins of async calls. Consistent patterns and disciplined error handling practices ensure your async JavaScript remains predictable, resilient, and easy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Strategies to identify and resolve layout, script, and accessibility problems effectively.
[Takeaway]
Effective debugging blends automated tools and manual trials to ensure smooth, accessible frontend applications.
[Speaker Notes]
Encourage instructors to show practical use of Chrome DevTools for isolating layout bugs via toggling CSS rules and inspecting computed styles, plus JS debugging with breakpoints and blackboxing. Highlight Lighthouse for auditing performance and accessibility, paired with manual screen reader testing for real-world validation. Stress profiling event loop to uncover long tasks causing UI jank. Discuss best practices like code splitting and image optimization to improve load and runtime performance. Emphasize the combination of automated and manual testing for comprehensive debugging.
[Narration]
Effective debugging is as much art as science, requiring a blend of automated tools and hands-on inspection. When tracking down layout bugs, the Chrome DevTools Elements panel lets you disable and enable CSS rules on-the-fly, helping isolate problematic declarations causing glitches or unwanted shifts. For JavaScript, setting breakpoints and stepping through code in the Sources panel illuminates runtime logic and variable states; blackboxing external libraries keeps focus tight. Automated audits via Lighthouse provide structured feedback on both accessibility compliance and performance bottlenecks, highlighting issues like missing ARIA attributes or large render-blocking scripts. However, screen reader testing remains essential to experience firsthand how visually impaired users navigate your UI, complementing ARIA validations with human context. Performance profiling tools measure event loop blocking, long frames, and script execution time revealing causes of UI jank and sluggishness. To optimize, adopt best practices such as code splitting to reduce initial payload, leveraging browser caching, and compressing or properly sizing images. Together, these strategies form a robust toolkit to ensure your frontend apps run smoothly, fast, and accessibly.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Applying modularization and testing best practices for scalable frontend projects.
[Takeaway]
Modular and well-tested frontend codebases scale efficiently and reduce bugs, improving team productivity.
[Speaker Notes]
Push instructors to emphasize modular CSS approaches like BEM or CSS-in-JS for scoped styles and reduced conflicts. Describe consistent ES6 module usage to organize JS cleanly. Discuss dependency injection and interface layering as techniques to decouple components, simplifying unit testing. Highlight isolating side-effects in component frameworks and the importance of automated tests targeting UI behavior and edge cases to catch regression early. Promote continuous integration with linting, testing, and accessibility checks as gatekeepers before deployment for sustained code quality.
[Narration]
When scaling frontend projects, modularization and disciplined testing become lifelines for maintainability and quality. Embracing modular CSS methodologies—such as BEM naming conventions or CSS-in-JS libraries—minimizes style collisions and makes your stylesheets more predictable. On the JavaScript side, consistently applying ES6 import/export patterns helps you organize code into reusable, testable modules, fostering clarity and maintainability. Leveraging dependency injection and interface abstractions decouples logic, easing unit testing by allowing isolated component verification without entangled dependencies. Frameworks that use components benefit greatly from isolating side effects and managing state meticulously, resulting in more predictable and debuggable UI behavior. Automated tests, whether targeting UI interactions or edge cases, catch regressions early, speeding up development cycles and reducing bugs slipping into production. Setting up continuous integration pipelines that run linting, unit tests, and accessibility checks before deployment enforces code quality gates and maintains team productivity. Altogether, principled integration of modular code, style, and testing transforms complex frontend codebases into robust, scalable, and efficient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Semantic HTML5: Structuring for Accessibility and Clarity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Deep dive into semantic elements and their critical role in accessible and maintainable web structures.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Semantic tags like &lt;header&gt;, &lt;nav&gt;, &lt;main&gt;, &lt;section&gt;, and &lt;article&gt; provide machine-readable page landmarks enhancing assistive technology navigation.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landmark regions to allow screen readers to jump logically through content segments, improving user experience for visually impaired users.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using generic &lt;div&gt; and &lt;span&gt; elements when a semantic alternative exists; misuse leads to 'div soup' harming document meaning and SEO.</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ARIA attributes must supplement native semantics, not replace them; misuse can cause conflicting accessibility info.</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Fieldset and legend must be used together for related form controls to inform users grouping context.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Example structure: one &lt;main&gt; per page, nested &lt;section&gt; only with headings, &lt;figure&gt; plus &lt;figcaption&gt; for images with descriptive captions.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HTML5 semantic regions (header, nav, main, section, article, footer) with annotations for accessibility roles.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Proper use of semantic HTML5 anchors your frontend in accessibility, SEO, and code maintainability, enabling assistive tools to interpret UI correctly.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Lead a detailed walkthrough emphasizing the semantics of HTML5 tags, how they provide crucial landmarks that assistive technologies rely on, and why replacing divs with these elements matters beyond visual presentation. Highlight the interplay of native semantics and ARIA roles, drilling into where ARIA shines and where it can harm if misused. Use the example structure and common mistakes as anchor points to illustrate these principles. Encourage instructors to explain the nuances of &lt;fieldset&gt;/&lt;legend&gt; for forms, and how screen readers interpret landmarks for navigation.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Flexbox: Behavior and Responsive Layouts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Exploring Flexbox mechanics and best practices for dynamic, adaptive component layouts.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 container properties: 'display: flex' triggers flex context; 'flex-direction' controls axis orientation (row/column).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'justify-content' manages main-axis distribution; 'align-items' aligns items on cross-axis for consistent vertical/horizontal alignment.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 items properties: 'flex-grow', 'flex-shrink', and 'flex-basis' define space allocation and flexibility under container resizing.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Flexible wrapping with 'flex-wrap' enables multi-line designs essential for responsive navbars and grids.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min-width or min-height constraints on flex items to prevent unintended shrinking below readable sizes.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Tip: Unexpected overflow or collapsed items often result from missing or misconfigured 'flex-basis' or 'flex-wrap' properties.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CSS Flexbox layout diagram showing main axis and cross axis with aligned flex items.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Flexbox properties lets you build robust, adaptable UI components that gracefully handle dynamic content and viewport changes.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Guide instructors to unravel the one-dimensional nature of flexbox by focusing on main and cross axes, detailing how flex container properties configure layout flow. Explain the importance of 'flex-grow', 'flex-shrink', and 'flex-basis' in controlling space allocation and their implications on responsive designs. Stress common root causes of layout bugs, like absence or incorrect setting of 'flex-basis' or 'flex-wrap'. Use real-world examples like responsive navbars to make concepts tangible. Encourage emphasis on min-width/min-height as essential to preserve usability during shrinkage.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CSS Grid: Two-Dimensional Layout Control</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Harnessing CSS Grid for complex, explicit grid-based layouts and fluid responsive design.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Grid container defines rows and columns with 'grid-template-columns' and 'grid-template-rows' using units like fractions (fr), px, %, or minmax().</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Named grid areas via 'grid-template-areas' enable semantic placement of page regions (sidebar, header, content).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Explicit placement using 'grid-column' and 'grid-row' lines allows overlapping and spanning of grid items for creative layouts.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Distinguish implicit versus explicit grids; implicit tracks auto-generate as needed, affecting performance and layout predictability.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Grid with media queries for breakpoint-specific changes to grid structure and sizes.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pitfalls like overcomplex grid nesting which complicates responsiveness and debugging.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Graphic showing CSS Grid template areas and track definitions with highlighted grid lines.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CSS Grid empowers precise, maintainable layouts with less markup and CSS, crucial for modern responsive interfaces.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Help instructors communicate the power of CSS Grid for two-dimensional layouts, emphasizing explicit grid definitions with fractional units and named areas to achieve semantic, maintainable structures. Clarify the distinction between implicit and explicit grids, discussing browser impact on performance. Show how line-based placement and overlapping create complex layouts. Stress combinatorial strategies pairing grids with media queries while warning against overly intricate nested grids that complicate responsiveness and debugging.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Fluid Responsive Design: Combining Grid, Flexbox, and Media Queries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Integrating CSS Grid, Flexbox, and media queries for flexible, device-agnostic UIs.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'minmax()' and fractional units ('fr') in grids to create fluid columns that expand or contract based on viewport size.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Flexbox within grid items to handle internal content alignment and wrapping, achieving harmony between 1D and 2D layouts.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Media queries activate layout shifts at specific breakpoints, enabling drastic or subtle UI changes for desktop, tablet, and mobile.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Prefer em/rem units and CSS variables for scalable sizing and theming across devices.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Progressively enhance layouts so simpler grid/flex setups degrade gracefully on older browsers.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Testing in DevTools responsive mode identifies corner cases where layouts may break or overlap.</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a responsive webpage layout shifting from desktop to mobile using combined CSS techniques.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Synergizing Grid, Flexbox, and media queries systematically yields scalable, maintainable, and performant responsive layouts.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Focus on integrating CSS Grid and Flexbox with media queries for responsive UIs. Emphasize fluid units and CSS variables for scalability and theming. Explain how combining Grid's 2D with Flexbox’s flexible 1D properties produces versatile layouts. Include best practices for graceful degradation and progressive enhancement. Encourage demonstration of DevTools responsive mode for validating adaptability and identifying edge cases.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JavaScript ES6+ Features for Cleaner Code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Applying modern JavaScript syntax and patterns to write cleaner, more maintainable frontend code.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Destructuring allows extraction of object/array properties into variables succinctly, improving readability.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Arrow functions provide compact syntax and lexical 'this' binding, reducing boilerplate and errors in callbacks.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Template literals support embedded expressions and multi-line strings enhancing dynamic UI generation.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Spread/rest operators simplify array/object expansion and function parameter handling, enabling variadic utilities.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ES6 modules enable modular code with import/export semantics fostering maintainability and tree-shaking for performance.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let/const instead of var to prevent scope-related bugs and promote immutability where suitable.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example illustrating destructuring, arrow functions, template literals, and modules.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Leveraging ES6+ features clarifies your code and simplifies component implementation, aiding debugging and performance.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Guide instructors to unwrap key ES6+ features, highlighting how destructuring reduces verbosity, arrow functions clarify 'this' bindings, template literals ease string interpolation, and spread/rest operators simplify data manipulation. Emphasize modules for maintainability and tree shaking benefits. Warn about ‘var’ pitfalls and advocate let/const usage for predictable scoping and immutability. Use real-world React or Vue examples where applicable to relate these concepts to popular frameworks.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Understanding Closures and Lexical Scope in JavaScript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Technical explanation and debugging approaches for closures to manage state securely.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allow inner functions to retain access to outer function variables even after the outer function returns.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use: data encapsulation, creating private variables to avoid polluting global scope.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Lexical scoping means variable references are resolved by the function’s placement in source code, not call site.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tip: use Chrome DevTools Scopes panel or console.dir() to inspect closure variables during breakpoints.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common closure pitfalls like loop references where all closures capture the same variable unless scoped correctly.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immediately invoked function expressions (IIFE) or let bindings inside loops to correctly bind variables to closures.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nested functions with lexical environment and variable access via closures.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closures is key for stateful, maintainable JavaScript modules with encapsulated data and predictable behaviors.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Encourage instructors to explain closures as fundamental constructs where inner functions retain access to outer variables, even after the outer function finishes. Use examples highlighting data encapsulation and private variables as practical benefits. Address common traps like closures in loops, solutions via IIFEs or let scoping, and debugging tips using DevTools scopes panel. Reinforce lexical scope resolution’s basis in function definition rather than invocation context.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7</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JavaScript Event Loop and Asynchronous Execution Model</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In-depth look at JavaScript runtime event loop, microtasks, and macrotasks for concurrency control.</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JavaScript runtime uses single-threaded call stack; asynchronous code is managed by event loop queues.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Task queue (macrotasks) includes timers (setTimeout), I/O events; microtask queue prioritized and includes Promises (then/catch).</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Event loop processes all microtasks before next macrotask, preventing race conditions and unexpected ordering.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Misunderstanding event loop ordering leads to bugs like unreachable code or out-of-order side effects.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asynchronous patterns consistently; mixing callbacks and promises can cause unexpected behavior.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DevTools Performance tab can show event loop delays and long tasks to optimize perceived UI responsiveness.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Flowchart illustrating JavaScript call stack, event loop, microtask queue, and macrotask queue interaction.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Deep understanding of the event loop clarifies async code behavior and guides robust concurrency designs.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Help instructors dissect the single-threaded JS runtime focusing on the event loop mechanism coordinating synchronous call stack execution with asynchronous task handling. Distinguish macrotasks (timers, I/O) from microtasks (Promises), highlighting event loop’s microtask prioritization and its impact on execution order. Clarify common misconceptions and bugs resulting from misunderstanding event loop behavior. Share debugging techniques, including Performance tab insights on event loop delays and long tasks affecting UI responsiveness.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8</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Promises and Async/Await: Patterns and Pitfalls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Implementing, chaining, and error handling using Promises and async/await with best practices.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 represents a future value with states: pending, fulfilled, or rejected, encapsulating async work results.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Chaining allows sequential async operations; always return promises or values to maintain chain flow.</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errors explicitly using .catch() in promise chains or try/catch around await calls to avoid silent failures.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Never ignore promise rejections; unhandled rejections can crash apps or create debugging nightmares.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Async/await syntax improves readability but still requires understanding underlying promises to avoid race conditions.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tip: Use synchronous logging around await and Chrome Async stack traces for tracing async calls.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example comparing promise chaining versus async/await syntax with error handling.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Robust async code depends on explicit handling of promise states and disciplined use of try/catch to handle errors.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Instruct to explicate promises as abstractions of future values with distinct states and how chaining promotes sequential asynchronous logic. Emphasize error handling importance with .catch() and try/catch within async functions to avoid silent failures. Warn about ignoring rejections and mixing async styles. Explain async/await as syntactic sugar that requires solid understanding of underlying promises. Demonstrate debugging async stacks and logging techniques to trace asynchronous flows clearly.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9</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Debugging Frontend Performance and Accessibility Issues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Strategies to identify and resolve layout, script, and accessibility problems effectively.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Chrome DevTools Elements panel to isolate CSS causing layout glitches; disabling/enabling rules helps narrow down.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JS Console and Sources with breakpoints allow stepwise code inspection; 'blackbox' irrelevant scripts to focus debugging.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Lighthouse audits provide automated accessibility and performance reports highlighting critical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Screen reader testing reveals real user experience for visually impaired; complement automated ARIA validations.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performance profiling (Performance tab) to measure event loop blocking, long frames, and script execution times.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best practices including code splitting, caching, and optimizing images to improve load and runtime performance.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Chrome DevTools Performance and Lighthouse audit illustrating actionable metrics.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Effective debugging blends automated tools and manual trials to ensure smooth, accessible frontend applications.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Encourage instructors to show practical use of Chrome DevTools for isolating layout bugs via toggling CSS rules and inspecting computed styles, plus JS debugging with breakpoints and blackboxing. Highlight Lighthouse for auditing performance and accessibility, paired with manual screen reader testing for real-world validation. Stress profiling event loop to uncover long tasks causing UI jank. Discuss best practices like code splitting and image optimization to improve load and runtime performance. Emphasize the combination of automated and manual testing for comprehensive debugging.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10</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Principled Integration: Modular Code, Style, and Testing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Applying modularization and testing best practices for scalable frontend projects.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Adopt modular CSS methodologies like BEM or CSS-in-JS to reduce style collisions and improve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ES6 import/export patterns consistently to organize JavaScript features into reusable, testable modules.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dependency injection and interface abstractions to decouple logic and ease unit testing.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Component-based frameworks benefit from isolating side effects and state management for predictable behavior.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Write automated tests targeting UI behavior and edge cases to detect regressions during development iterations.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CI automation with linting, unit tests, and accessibility checks ensures code quality before deployment.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Visual flowchart showing modular components, style encapsulation, and testing cycle in frontend development.</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Modular and well-tested frontend codebases scale efficiently and reduce bugs, improving team productivity.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Push instructors to emphasize modular CSS approaches like BEM or CSS-in-JS for scoped styles and reduced conflicts. Describe consistent ES6 module usage to organize JS cleanly. Discuss dependency injection and interface layering as techniques to decouple components, simplifying unit testing. Highlight isolating side-effects in component frameworks and the importance of automated tests targeting UI behavior and edge cases to catch regression early. Promote continuous integration with linting, testing, and accessibility checks as gatekeepers before deployment for sustained code quality.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Frontend Web Technologies: HTML, CSS, and JavaScript Essentials</dc:title>
  <dc:subject>This module will solidify Sooraj's foundational expertise in essential frontend technologies by deep-diving into HTML5 semantics, modern CSS techniques including Flexbox and Grid, and advanced JavaScript concepts like asynchronous programming, closures, and ES6+ features. The course includes practical exercises to build responsive, accessible, and highly interactive web interfaces integrating these skills.</dc:subject>
  <dc:creator>Rellax</dc:creator>
  <cp:lastModifiedBy>Rellax</cp:lastModifiedBy>
  <cp:revision>1</cp:revision>
  <dcterms:created xsi:type="dcterms:W3CDTF">2026-03-21T09:32:44Z</dcterms:created>
  <dcterms:modified xsi:type="dcterms:W3CDTF">2026-03-21T09:32:44Z</dcterms:modified>
</cp:coreProperties>
</file>