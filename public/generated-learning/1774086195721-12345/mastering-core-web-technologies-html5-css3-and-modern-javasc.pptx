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Using HTML5 semantic elements to create meaningful, accessible document structure
[Takeaway]
Semantic HTML5 structures content in a meaningful, accessible way that benefits all users and improves search engine understanding.
[Speaker Notes]
Highlight how semantic HTML isn’t just about markup but creating an intrinsic content meaning layer; guide learners to use landmarks logically and structure sections properly; warn about common mistakes like misnesting and overusing divs; explain ARIA roles as supplements, not replacements; emphasize tooling for validation and accessibility audits to catch errors early.
[Narration]
Hey, Sudarshan, let’s dive into semantic HTML5—a foundation critical for accessible and SEO-friendly pages. Semantic elements like &lt;main&gt;, &lt;nav&gt;, and &lt;section&gt; don’t only structure content visually but embed meaning that browsers and assistive tools can interpret. For example, wrapping primary content with &lt;main&gt; clarifies page intent, while pairing &lt;section&gt; with headings preserves a logical outline. Avoid relying on generic &lt;div&gt; tags for structure; native elements better communicate roles and enable richer navigation. ARIA roles are powerful but should only fill gaps, not override native semantics. Validating with W3C tools and testing accessibility helps ensure a robust, inclusive experience for all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Applying CSS Grid for 2-dimensional and Flexbox for 1-dimensional responsive designs
[Takeaway]
Leverage CSS Grid and Flexbox with thoughtful media queries to build maintainable, performant responsive layouts.
[Speaker Notes]
Explain the distinction between Flexbox and Grid in layout dimensionality, showing when to choose one over the other; cover dynamic grid techniques like auto-fill and minmax(); stress mobile-first design with media queries coordinating with layout styles; emphasize CSS architecture like BEM to keep code maintainable and avoid pitfalls like deep nesting and excessive !important usage, which degrade performance and complicate overrides.
[Narration]
Responsive design is an art and science, and CSS Grid and Flexbox are your best tools. Flexbox shines for one-dimensional layouts—think rows or columns—where properties like justify-content and align-items control alignment elegantly. Meanwhile, Grid excels with complex two-dimensional layouts, letting you explicitly define rows, columns, and even named grid areas. Techniques like auto-fill and minmax() enable grids that fluidly adapt to screen widths, key for mobile-first approaches. Combine these with media queries to elegantly switch layouts on different devices. Architect your CSS with methods like BEM or utility-first classes to keep styles scalable and avoid problems like deep nesting or !important declarations that can cause specificity wars and performance hits.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Using ES6+ syntax and features to write maintainable and performant JavaScript
[Takeaway]
Applying ES6+ syntax patterns and modular design improves code clarity, robustness, and maintainability.
[Speaker Notes]
Discuss arrow functions’ lexical this binding and common pitfalls in event handling; explain destructuring to reduce boilerplate; describe how default parameters increase resiliency; delve into async/await as cleaner async code approach with error handling; promote ES modules for modularity and tree shaking benefits; introduce custom elements and shadow DOM as framework-independent component strategies.
[Narration]
Modern JavaScript brings powerful syntax and patterns to make code cleaner and more maintainable. Arrow functions, for instance, lexically bind this, helping avoid issues in callbacks or event handlers common in frontend code. Destructuring lets you pull out values from objects or arrays neatly, making your functions more concise. Default parameters add robustness by providing sane defaults without extra checks. When working with asynchronous data, promises prevent callback hell, and async/await lets you write async code as if it were synchronous, complete with try/catch for errors. ES modules keep your code modular and optimized with features like tree shaking, reducing bundle sizes. Lastly, leveraging Custom Elements with Shadow DOM enables you to build encapsulated UI components without relying on large frameworks—ideal for robust, reusable frontend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Enhancing web accessibility with ARIA and correct landmark usage
[Takeaway]
Accurate semantic markup combined with ARIA and keyboard accessibility ensures compatible experiences for all users.
[Speaker Notes]
Stress using native HTML5 elements first to provide semantics; landmark elements structure pages meaningfully for assistive tech; properly associate labels with inputs for clearer forms; careful tabindex management to preserve logical keyboard navigation; warn against overusing ARIA roles or conflicting with native semantics; encourage thorough testing with screen readers and accessibility tools.
[Narration]
Accessibility is often underappreciated but critical for a truly inclusive web. Start with native HTML5 elements—they inherently provide semantics and landmarks like &lt;nav&gt;, &lt;main&gt;, &lt;header&gt;, and &lt;footer&gt; that help screen readers navigate your page efficiently. Properly associated &lt;label&gt; elements with inputs enhance form clarity, which is essential for users relying on assistive technology. When handling keyboard navigation, manage tabindex carefully to maintain a natural tab order and avoid confusion caused by positive tabindex values. While ARIA roles can fill semantic gaps, misuse or conflicts with native elements can confuse assistive tools, so use ARIA sparingly and purposefully. Finally, validate your work using tools like axe or WAVE and test manually with screen readers and keyboard-only navigation to catch real-world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Optimizing CSS for maintainability, performance, and easier debugging
[Takeaway]
Efficient CSS practices reduce style conflicts and rendering bottlenecks leading to smoother user experiences.
[Speaker Notes]
Teach the impact of deeply nested selectors on specificity and how to avoid them; introduce CSS variables to centralize theming and simplify updates; caution against !important's misuse and how fixing specificity is a better approach; demonstrate using DevTools for live editing and understanding box model; explain layout thrashing and paint flashing as performance drains detected via browser profiles; underscore architectural consistency for maintainable, performant CSS.
[Narration]
Efficient CSS is key to smooth user experiences and easier maintenance. Deep selector nesting leads to high specificity, making overrides challenging and your stylesheets brittle. Using CSS variables, or custom properties, centralizes theming and facilitates global changes with minimal code. Avoid overusing !important; it often signals specificity problems better solved by refactoring selectors. Browser DevTools are your best friend—inspect styles live, explore the box model visually, and experiment in real time. Keep an eye on layout thrashing, where frequent DOM reads and writes cause forced synchronous layouts, hurting performance. Consistent CSS architectures like BEM or utility-first classes streamline selectors and shrink filesize, reducing render time and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Building encapsulated, reusable UI components without frameworks
[Takeaway]
Custom Elements with Shadow DOM empower robust, reusable frontend components independent of frameworks.
[Speaker Notes]
Explain the process of defining custom elements with HTMLElement inheritance; detail Shadow DOM’s role in isolating component markup and styles to avoid leaks; describe slot usage for content projection enabling flexible components; discuss benefits like framework independence and bundle size reduction; note browser support caveats requiring polyfills; share debugging tips such as inspecting shadow roots and monitoring lifecycle callbacks for comprehensive understanding.
[Narration]
Custom Elements paired with Shadow DOM let you build encapsulated, reusable UI components plain and simple—no frameworks required. You define a new element by extending HTMLElement and registering it with customElements.define(). Shadow DOM attaches a hidden subtree to your element that isolates styles and markup, preventing style leaks and conflicts with the surrounding page. Slots inside Shadow DOM allow you to compose flexible components by projecting light DOM content into defined insertion points. This approach offers predictable style scoping, smaller bundle sizes, and independence from bulky libraries. Just remember to check browser compatibility and consider polyfills for older environments. Tools like browser devtools let you peek into shadow roots and watch lifecycle callbacks, helping you debug and optimize seamlessly.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Web Technologies: HTML5, CSS3, and Modern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Semantic HTML5: Foundations for Accessibility and SEO</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Using HTML5 semantic elements to create meaningful, accessible document structure</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Semantic elements provide intrinsic meaning to browsers and assistive technologies, improving SEO and accessibility.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&lt;main&gt; for primary page content; &lt;nav&gt; for navigation. Group related content with &lt;section&gt; paired with headings.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using excessive &lt;div&gt;s; prefer elements like &lt;article&gt;, &lt;aside&gt;, &lt;header&gt;, and &lt;footer&gt; for roles logically.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ARIA roles should complement, not replace, native semantics; use them sparingly to fix gaps.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Misnaming or improper nesting (e.g., &lt;section&gt; without headings) breaks document outline and harms screen reader experience.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Validate markup with tools like W3C Validator and run accessibility audits using WAVE or axe extension.</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Outline of a semantic HTML5 page structure showing native tags and landmarks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Semantic HTML5 structures content in a meaningful, accessible way that benefits all users and improves search engine understanding.</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Highlight how semantic HTML isn’t just about markup but creating an intrinsic content meaning layer; guide learners to use landmarks logically and structure sections properly; warn about common mistakes like misnesting and overusing divs; explain ARIA roles as supplements, not replacements; emphasize tooling for validation and accessibility audits to catch errors early.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Web Technologies: HTML5, CSS3, and Modern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Mastering Responsive Layouts with CSS Grid and Flexbox</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Applying CSS Grid for 2-dimensional and Flexbox for 1-dimensional responsive designs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Flexbox excels in one-dimensional layouts; master properties like flex-direction, justify-content, align-items.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CSS Grid handles complex layouts with explicit rows and columns; define grid-template-columns/rows and grid-areas.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auto-fill and minmax() for dynamic grid columns that adapt to viewport width (mobile-first).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Combine media queries with CSS Grid/Flexbox to create seamless transitions between device sizes.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CSS architecture matters: apply BEM or utility-first classes consistently for maintainable styles.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deep selector nesting and !important declarations to reduce specificity and improve performance.</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Sample CSS grid layout code snippet and visualization of grid areas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Leverage CSS Grid and Flexbox with thoughtful media queries to build maintainable, performant responsive layouts.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the distinction between Flexbox and Grid in layout dimensionality, showing when to choose one over the other; cover dynamic grid techniques like auto-fill and minmax(); stress mobile-first design with media queries coordinating with layout styles; emphasize CSS architecture like BEM to keep code maintainable and avoid pitfalls like deep nesting and excessive !important usage, which degrade performance and complicate overrides.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Web Technologies: HTML5, CSS3, and Modern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Modern JavaScript ES6+: Clean, Modular, and Asynchronous Code</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Using ES6+ syntax and features to write maintainable and performant JavaScript</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Arrow functions provide lexical this binding; avoid common pitfalls in event handlers and callbacks.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Destructure objects and arrays to extract values cleanly and reduce boilerplate.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default parameters to make functions more resilient and expressive.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Promises prevent callback hell; async/await syntax allows writing asynchronous code like synchronous code with try/catch error handling.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ES modules (`import`/`export`) help organize code, enable tree shaking, and improve maintainability.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Custom Elements with Shadow DOM enable encapsulated UI components without framework dependencies.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snippet showing async/await with error handling and ES modules import/export</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Applying ES6+ syntax patterns and modular design improves code clarity, robustness, and maintainability.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Discuss arrow functions’ lexical this binding and common pitfalls in event handling; explain destructuring to reduce boilerplate; describe how default parameters increase resiliency; delve into async/await as cleaner async code approach with error handling; promote ES modules for modularity and tree shaking benefits; introduce custom elements and shadow DOM as framework-independent component strategies.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Web Technologies: HTML5, CSS3, and Modern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Accessibility Deep Dive: ARIA, Landmarks, and Keyboard Navigation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Enhancing web accessibility with ARIA and correct landmark usage</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native HTML5 elements first for semantics and accessibility before adding ARIA roles.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Landmark elements like &lt;nav&gt;, &lt;main&gt;, &lt;header&gt;, &lt;footer&gt; provide structure that screen readers rely 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Associate &lt;label&gt; elements with inputs for screen-reader clarity and more accessible forms.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Manage tabindex carefully to maintain natural tab order; avoid positive tabindex values.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Common pitfalls: misuse of ARIA roles that conflict with native semantics; failing to test with screen readers.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 accessibility using tools like axe, WAVE, and manual keyboard navigation testing.</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HTML landmarks and their roles in screen reader navigation</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Accurate semantic markup combined with ARIA and keyboard accessibility ensures compatible experiences for all users.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Stress using native HTML5 elements first to provide semantics; landmark elements structure pages meaningfully for assistive tech; properly associate labels with inputs for clearer forms; careful tabindex management to preserve logical keyboard navigation; warn against overusing ARIA roles or conflicting with native semantics; encourage thorough testing with screen readers and accessibility tools.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Web Technologies: HTML5, CSS3, and Modern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CSS Performance and Debugging: Writing Efficient, Scalable Styles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Optimizing CSS for maintainability, performance, and easier debugging</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deep selector nesting to reduce specificity conflicts and complicated overrides.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CSS variables (custom properties) for theme consistency and easy updates.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Minimize use of !important by refactoring CSS cascade and specificity issues.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browser DevTools to inspect styles, visualize box model, and experiment with live edits.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Measure layout thrashing and repaints with browser performance tools to detect costly style calculations.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consistent architecture (BEM or utility-first) to simplify selectors and reduce CSS file size and complexity.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Browser DevTools CSS pane screenshot highlighting box model and live style editing</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Efficient CSS practices reduce style conflicts and rendering bottlenecks leading to smoother user experiences.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Teach the impact of deeply nested selectors on specificity and how to avoid them; introduce CSS variables to centralize theming and simplify updates; caution against !important's misuse and how fixing specificity is a better approach; demonstrate using DevTools for live editing and understanding box model; explain layout thrashing and paint flashing as performance drains detected via browser profiles; underscore architectural consistency for maintainable, performant CSS.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Core Web Technologies: HTML5, CSS3, and Modern JavaScript Essentials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6</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Vanilla JS Components: Custom Elements with Shadow DOM</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Building encapsulated, reusable UI components without frameworks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Define custom elements by extending HTMLElement and registering with customElements.define().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Attach Shadow DOM to isolate component styles and markup, preventing leakage or conflicts.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&lt;slot&gt; elements in Shadow DOM for content projection and flexible composition.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Advantages include framework independence, smaller bundle size, and predictable style scoping.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Watch out for browser compatibility; polyfills may be needed for older browsers.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 components by inspecting shadow roots in browser devtools and monitoring lifecycle callbacks.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Illustration of Shadow DOM encapsulating styles and markup within a custom element</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Custom Elements with Shadow DOM empower robust, reusable frontend components independent of frameworks.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the process of defining custom elements with HTMLElement inheritance; detail Shadow DOM’s role in isolating component markup and styles to avoid leaks; describe slot usage for content projection enabling flexible components; discuss benefits like framework independence and bundle size reduction; note browser support caveats requiring polyfills; share debugging tips such as inspecting shadow roots and monitoring lifecycle callbacks for comprehensive understanding.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Core Web Technologies: HTML5, CSS3, and Modern JavaScript Essentials</dc:title>
  <dc:subject>This module strengthens Sudarshan's foundational skills in HTML, CSS, and vanilla JavaScript with an emphasis on semantic markup, accessibility best practices, responsive design, and ES6+ features that are critical for modern frontend development.</dc:subject>
  <dc:creator>Rellax</dc:creator>
  <cp:lastModifiedBy>Rellax</cp:lastModifiedBy>
  <cp:revision>1</cp:revision>
  <dcterms:created xsi:type="dcterms:W3CDTF">2026-03-21T09:43:35Z</dcterms:created>
  <dcterms:modified xsi:type="dcterms:W3CDTF">2026-03-21T09:43:35Z</dcterms:modified>
</cp:coreProperties>
</file>