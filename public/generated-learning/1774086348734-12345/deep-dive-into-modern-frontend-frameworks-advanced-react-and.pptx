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Leveraging React Context to design flexible, stateful parent-child APIs
[Takeaway]
Compound components with Context provide a powerful pattern for encapsulated and flexible UI components, but require careful context memoization to avoid performance pitfalls.
[Speaker Notes]
This slide introduces the compound components pattern, an advanced React design where a parent component provides context internally and child components consume that context to coordinate shared state and behavior. By leveraging React's createContext within the parent, the API stays elegant and prevents prop drilling, enabling children to access and mutate shared state in a declarative way. Memoizing the context value is crucial here to prevent cascading re-renders—something beginners often overlook, leading to performance bottlenecks. Also, organizing child components as static properties on the parent keeps the API intuitive, like Accordion.Item. For debugging, React DevTools Profiler helps identify excessive context updates causing unwanted renders, making this pattern powerful yet performance-conscious.
[Narration]
Hey, Sudarshan, let's explore the compound components pattern in React—a smart way to build flexible, stateful UI APIs. Instead of threading props down multiple layers, the parent uses React's createContext to share state and behavior with its child components. This setup keeps the API natural, like Accordion.Item, making it obvious how components collaborate. However, the key is memoizing the context value to avoid triggering unnecessary re-renders that can degrade performance. By keeping the context slim and profiling render causes, you encapsulate complex interactions cleanly without sacrificing efficiency—an elegant balance that elevates your component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Extracting reusable stateful logic and handling multi-faceted state transitions in React
[Takeaway]
Advanced React state management relies on isolating logic with custom hooks and structuring complex state with pure reducers for maintainability and correctness.
[Speaker Notes]
This slide digs into isolating reusable logic with custom hooks and managing complex state transitions using useReducer. Custom hooks let you encapsulate business logic, such as debounced value updates, optimizing component reactivity. The devil is in the details: always declare your dependencies explicitly in your hooks' effect arrays to prevent stale closures, which can cause tricky bugs. When state involves multiple attributes or complex updates, useReducer shines by structuring state changes as pure functions responding to explicit action types. Avoid inline reducers to prevent unnecessary re-renders and consider tooling like Redux DevTools to trace dispatched actions for clarity and debugging efficiency.
[Narration]
Moving on, consider how custom hooks and useReducer elevate your state management. Custom hooks enable you to neatly package reusable logic—like debouncing input changes—to optimize performance by limiting frequent updates. But be mindful: always specify all dependencies explicitly to avoid stale closures that silently break functionality. For state spanning multiple related values or requiring complex transitions, useReducer provides a pure, predictable way to handle updates through explicit action types. This clarity enhances maintainability and debugging, especially when paired with tools like Redux DevTools. Together, these tools help you write scalable, robust React state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Efficient, typed asynchronous state management and server data caching patterns
[Takeaway]
Combine RTK for client state and React Query for server cache to build scalable, responsive apps with strong typing and minimal boilerplate.
[Speaker Notes]
Here we focus on managing client and server state with strong typing and minimal boilerplate by combining Redux Toolkit and React Query. Redux Toolkit streamlines Redux by bundling reducers and actions with createSlice, and uses Immer internally to manage immutable updates elegantly and safely. Async thunks standardize side effects, improving predictability. React Query complements this by declaratively managing asynchronous server data fetching, caching, and background refetching with automatic stale data invalidation. One key performance tip is to avoid deeply nested Redux states which complicate updates and selectors. Together, these libraries provide a clean, scalable, and typesafe ecosystem for state management in React apps.
[Narration]
Let's delve into efficiently managing client and server state with a modern, type-safe combo: Redux Toolkit and React Query. Redux Toolkit slashes boilerplate through createSlice and integrates Immer for ergonomic immutable updates while staying fully typed. Its createAsyncThunk API manages async flows cleanly. React Query takes on server state by caching asynchronous fetches, automating background updates, and simplifying cache invalidation to keep your UI fresh. Just be cautious not to nest Redux state too deeply, as that can bloat immutability operations and complicate selectors. Together, these tools give you a powerful, maintainable way to handle state with precision and minimal fuss.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Improving React app efficiency through dynamic imports and memoized computations
[Takeaway]
Strategically apply lazy loading and memoization after profiling to optimize render performance and bundle size without undue complexity.
[Speaker Notes]
This slide tackles performance tuning by combining lazy loading and memoization. React.lazy with Suspense enables code splitting, loading components only when needed and shrinking the initial bundle size, improving perceived startup time. But this also introduces first-render delays for these components, so balance is key. Memoization with useMemo and useCallback caches expensive calculations and stabilizes callback references to prevent unnecessary child updates, but overusing memoization adds cognitive and memory overhead without benefit. Use React DevTools Profiler and WhyDidYouRender utilities to pinpoint real bottlenecks and target optimizations where they matter most.
[Narration]
Optimizing performance in React often involves smart code splitting and caching computations. Using React.lazy with Suspense lets you defer loading heavy components until needed, drastically cutting down your app’s initial bundle size and boosting startup speed. However, this lazy loading causes a small delay on first render of those components, so you should use it judiciously. Memoization through useMemo and useCallback caches expensive calculations and callbacks, preventing needless re-renders in child components by preserving stable references. But remember, excessive memoization complicates code and consumes memory without payoff unless profiling reveals bottlenecks. Tools like React DevTools Profiler and WhyDidYouRender help you apply these optimizations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Comparing granular reactive state in Vue with React’s Virtual DOM approach
[Takeaway]
Vue’s fine-grained reactivity contrasts React’s hook-driven re-rendering, offering different trade-offs in update granularity and code organization.
[Speaker Notes]
This slide compares the reactivity philosophies of Vue 3’s Composition API and React Hooks. Vue’s system uses fine-grained reactive primitives like ref and reactive that track precise dependencies, triggering updates only where state changes, thereby reducing unnecessary recalculations and DOM patching. React’s hook approach updates state triggers a full component re-render reconciled via the Virtual DOM diffing algorithm, which is less granular but offers predictable UI updates. Vue templates clearly separate markup from logic, whereas React’s JSX integrates both, favoring flexibility. Understanding these differences helps choose frameworks balancing runtime performance, code clarity, and developer ergonomics.
[Narration]
Now, let's contrast Vue 3’s Composition API with React’s hooks, focusing on their reactivity models. Vue employs a fine-grained system where reactive primitives like ref and reactive track dependencies and update only affected components—minimizing unnecessary Diff and rendering work. React, on the other hand, uses hooks to manage state that triggers full component re-renders reconciled by its Virtual DOM diffing—less granular but consistent. Vue’s template syntax separates markup and logic cleanly, while React’s JSX blends them for flexibility. Appreciating these distinctions guides you in selecting the right tool based on update granularity, code structure, and performance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Integrating modern routing, validation, and server interactions in SPA frameworks
[Takeaway]
Mastering modern routing and form validation libraries with async state syncing is vital for responsive, user-friendly interfaces.
[Speaker Notes]
In this final slide, we unify routing, form handling, and async state in modern single-page apps using React and Vue ecosystems. React Router v6 introduced nested routes and data loaders that tie server data fetching directly to routes, streamlining flow. Vue Router offers flexible dynamic routing with navigation guards for authentication or pre-navigation logic. On forms, React Hook Form minimizes re-renders and combines naturally with Yup schemas for validation. Vue uses v-model for seamless two-way data binding, paired with vee-validate or vuelidate for validation. Integrating async state, such as uniqueness checks, React Query mutations work well combined with form state to give responsive feedback. Always explicitly handle loading and error states for crystal-clear, user-friendly experiences.
[Narration]
To wrap up, let's look at how modern routing, form validation, and asynchronous state synchronization come together in React and Vue. React Router v6’s nested routes and data loaders enable elegant route-based data fetching, while Vue Router supports dynamic routes with powerful navigation guards for handling auth flows. React Hook Form paired with Yup offers schema-validated forms that minimize costly renders, and Vue’s v-model simplifies two-way binding with robust validation from vee-validate or vuelidate. For async validations—think username availability—React Query mutations integrated with form state create smooth, responsive UIs. Explicitly managing loading and error states throughout these flows ensures your interfaces remain clear and user-friendly.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Compound Components Pattern in React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Leveraging React Context to design flexible, stateful parent-child APIs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Compound components enable internal state sharing without prop drilling.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React.createContext within parent to expose state and behavior to child components.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Expose child components as static properties for natural API usage (e.g., Accordion.Item).</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Memoize the context value to prevent redundant re-renders of consumers.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Keep context value slim to minimize rendering overhead and improve performance.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tip: Check which component causes re-renders by using React DevTools Profiler to identify excessive context updates.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parent Accordion component providing context and multiple AccordionItem children consuming it with controlled open state.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Compound components with Context provide a powerful pattern for encapsulated and flexible UI components, but require careful context memoization to avoid performance pitfalls.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This slide introduces the compound components pattern, an advanced React design where a parent component provides context internally and child components consume that context to coordinate shared state and behavior. By leveraging React's createContext within the parent, the API stays elegant and prevents prop drilling, enabling children to access and mutate shared state in a declarative way. Memoizing the context value is crucial here to prevent cascading re-renders—something beginners often overlook, leading to performance bottlenecks. Also, organizing child components as static properties on the parent keeps the API intuitive, like Accordion.Item. For debugging, React DevTools Profiler helps identify excessive context updates causing unwanted renders, making this pattern powerful yet performance-conscious.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Custom Hooks &amp; useReducer for Complex State Logic</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Extracting reusable stateful logic and handling multi-faceted state transitions in React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Custom hooks isolate business logic, e.g., debounced input to optimize frequent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Include all dependencies explicitly in hooks to avoid stale closure bugs and unexpected behaviors.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useReducer handles state with multiple sub-values and complex transitions better than useState.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Keep reducer functions pure and define explicit action types with action creators for clarity and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reducers: Use Redux devtools or add console logs to trace action payloads and state changes.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Performance: avoid inline reducers or unnecessary object recreations causing re-renders in connected components.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Flowchart depicting debounced input hook and useReducer state transitions with clear action dispatch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Advanced React state management relies on isolating logic with custom hooks and structuring complex state with pure reducers for maintainability and correctness.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This slide digs into isolating reusable logic with custom hooks and managing complex state transitions using useReducer. Custom hooks let you encapsulate business logic, such as debounced value updates, optimizing component reactivity. The devil is in the details: always declare your dependencies explicitly in your hooks' effect arrays to prevent stale closures, which can cause tricky bugs. When state involves multiple attributes or complex updates, useReducer shines by structuring state changes as pure functions responding to explicit action types. Avoid inline reducers to prevent unnecessary re-renders and consider tooling like Redux DevTools to trace dispatched actions for clarity and debugging efficiency.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Type-Safe Redux Toolkit &amp; React Query for Server State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Efficient, typed asynchronous state management and server data caching patterns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Redux Toolkit reduces boilerplate using createSlice and async thunks with strong TypeScript support.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Immer built-in in RTK simplifies immutable updates while remaining fully type-safe.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createAsyncThunk standardizes async side-effects and lifecycle action creators for predictable flows.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 Query offers declarative server state management with caching, background updates, and invalidation.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invalidateQueries method to keep cached data fresh after mutations, improving UI consistency.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nesting Redux state too deeply to maintain immutability efficiency and easier selectors.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contrasting Redux Toolkit slices managing local state and React Query caching asynchronous fetches.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Combine RTK for client state and React Query for server cache to build scalable, responsive apps with strong typing and minimal boilerplate.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Here we focus on managing client and server state with strong typing and minimal boilerplate by combining Redux Toolkit and React Query. Redux Toolkit streamlines Redux by bundling reducers and actions with createSlice, and uses Immer internally to manage immutable updates elegantly and safely. Async thunks standardize side effects, improving predictability. React Query complements this by declaratively managing asynchronous server data fetching, caching, and background refetching with automatic stale data invalidation. One key performance tip is to avoid deeply nested Redux states which complicate updates and selectors. Together, these libraries provide a clean, scalable, and typesafe ecosystem for state management in React apps.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Performance Optimization: Lazy Loading &amp; Memoization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Improving React app efficiency through dynamic imports and memoized computations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React.lazy and Suspense to lazily load components, reducing initial bundle size.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Lazy loading improves startup time but introduces delay on first render of lazily-loaded components.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useMemo memoizes expensive calculations to avoid unnecessary recomputation on renders.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useCallback memoizes callback functions to prevent triggering child re-renders via prop changes.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excessive memoization—it adds complexity without benefit unless profiling shows hotspots.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 DevTools Profiler and WhyDidYouRender library to identify unnecessary renders and optimize accordingly.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Visualization of dependency arrays triggering memo invalidation and lazy component loading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Strategically apply lazy loading and memoization after profiling to optimize render performance and bundle size without undue complexity.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This slide tackles performance tuning by combining lazy loading and memoization. React.lazy with Suspense enables code splitting, loading components only when needed and shrinking the initial bundle size, improving perceived startup time. But this also introduces first-render delays for these components, so balance is key. Memoization with useMemo and useCallback caches expensive calculations and stabilizes callback references to prevent unnecessary child updates, but overusing memoization adds cognitive and memory overhead without benefit. Use React DevTools Profiler and WhyDidYouRender utilities to pinpoint real bottlenecks and target optimizations where they matter most.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Vue 3 Composition API vs React Hooks: Reactivity Models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Comparing granular reactive state in Vue with React’s Virtual DOM approach</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 3’s Composition API organizes logic by feature with setup(), using ref() and reactive() for reactive state.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Vue’s reactive system tracks dependencies and updates only affected components, minimizing reconciliations.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React’s hooks trigger full component re-renders with Virtual DOM diffing for UI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 templates separate concerns clearly, while React uses JSX for integrated markup and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Choosing Vue enhances fine-grained updates and simpler state mutations on complex UIs.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Understanding both models helps select framework based on performance, maintainability, and developer ergonomics.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Side-by-side code snippet comparing Vue Composition setup() and React hook useState with update flow highlighting differences.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Vue’s fine-grained reactivity contrasts React’s hook-driven re-rendering, offering different trade-offs in update granularity and code organization.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This slide compares the reactivity philosophies of Vue 3’s Composition API and React Hooks. Vue’s system uses fine-grained reactive primitives like ref and reactive that track precise dependencies, triggering updates only where state changes, thereby reducing unnecessary recalculations and DOM patching. React’s hook approach updates state triggers a full component re-render reconciled via the Virtual DOM diffing algorithm, which is less granular but offers predictable UI updates. Vue templates clearly separate markup from logic, whereas React’s JSX integrates both, favoring flexibility. Understanding these differences helps choose frameworks balancing runtime performance, code clarity, and developer ergonomics.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Routing, Forms &amp; Async State Sync in React &amp; Vue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Integrating modern routing, validation, and server interactions in SPA frameworks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 Router v6 offers nested routes and data loaders for streamlined route-driven data fetching.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 Router supports dynamic routing and navigation guards for auth and pre-navigation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 Hook Form combined with Yup enables performant, schema-validated forms with minimal re-renders.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Vue’s v-model simplifies two-way binding; use vee-validate or vuelidate for robust validations.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React Query mutations with form state to perform async validations like username availability.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Manage loading and error states explicitly for responsive UI feedback during async form operations.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Form lifecycle diagram showing validation, async uniqueness check, submission, and UI feedback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modern routing and form validation libraries with async state syncing is vital for responsive, user-friendly interfaces.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In this final slide, we unify routing, form handling, and async state in modern single-page apps using React and Vue ecosystems. React Router v6 introduced nested routes and data loaders that tie server data fetching directly to routes, streamlining flow. Vue Router offers flexible dynamic routing with navigation guards for authentication or pre-navigation logic. On forms, React Hook Form minimizes re-renders and combines naturally with Yup schemas for validation. Vue uses v-model for seamless two-way data binding, paired with vee-validate or vuelidate for validation. Integrating async state, such as uniqueness checks, React Query mutations work well combined with form state to give responsive feedback. Always explicitly handle loading and error states for crystal-clear, user-friendly experiences.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Dive into Modern Frontend Frameworks: Advanced React and Ecosystem</dc:title>
  <dc:subject>Structured to elevate Sudarshan’s practical React skills to expert level, this module covers advanced React patterns, performance optimization, hooks, context, state management best practices, and introduces Vue.js basics for broader framework familiarity aligned with Veyon's preferences.</dc:subject>
  <dc:creator>Rellax</dc:creator>
  <cp:lastModifiedBy>Rellax</cp:lastModifiedBy>
  <cp:revision>1</cp:revision>
  <dcterms:created xsi:type="dcterms:W3CDTF">2026-03-21T09:46:07Z</dcterms:created>
  <dcterms:modified xsi:type="dcterms:W3CDTF">2026-03-21T09:46:07Z</dcterms:modified>
</cp:coreProperties>
</file>