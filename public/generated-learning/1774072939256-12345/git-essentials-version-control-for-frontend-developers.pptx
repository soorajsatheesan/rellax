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[Narration]
Create branches for features, switch context easily, and merge back once tested to maintain a stable main branch.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[Narration]
When Git flags conflicts, open affected files, analyze differences, and carefully merge code to unify changes without overwriting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[Narration]
Use git rebase to integrate changes cleanly. Interactive rebasing lets you edit, squash, or reorder commits before sharing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[Narration]
Write clear PR descriptions, address reviewer comments constructively, and use reviews to learn and keep code solid.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F675B"/>
          </a:solidFill>
          <a:ln w="12700">
            <a:solidFill>
              <a:srgbClr val="3F67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Git Essentials: Version Control for Frontend Developers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241280" y="31089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7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Branching and Merging Fundamentals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6217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Creating and switching branches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Merging strategies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Keeping main branch stable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98080" y="1508760"/>
            <a:ext cx="4023360" cy="3383280"/>
          </a:xfrm>
          <a:prstGeom prst="roundRect">
            <a:avLst>
              <a:gd name="adj" fmla="val 3243"/>
            </a:avLst>
          </a:prstGeom>
          <a:solidFill>
            <a:srgbClr val="E5DDD0"/>
          </a:solidFill>
          <a:ln w="12700">
            <a:solidFill>
              <a:srgbClr val="D9CD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18745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4F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Terminal commands creating and merging branches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709160"/>
            <a:ext cx="10789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Branches let you develop features safely without disrupting main code. Clean merges keep history understandable and bugs minimal.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F675B"/>
          </a:solidFill>
          <a:ln w="12700">
            <a:solidFill>
              <a:srgbClr val="3F67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Git Essentials: Version Control for Frontend Developers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241280" y="31089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7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Scene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Resolving Merge Conflicts Gracefully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6217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Detecting conflicts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conflict resolution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practices for prevention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98080" y="1508760"/>
            <a:ext cx="4023360" cy="3383280"/>
          </a:xfrm>
          <a:prstGeom prst="roundRect">
            <a:avLst>
              <a:gd name="adj" fmla="val 3243"/>
            </a:avLst>
          </a:prstGeom>
          <a:solidFill>
            <a:srgbClr val="E5DDD0"/>
          </a:solidFill>
          <a:ln w="12700">
            <a:solidFill>
              <a:srgbClr val="D9CD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18745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4F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 conflicted file and resolution steps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709160"/>
            <a:ext cx="10789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Conflicts happen when multiple changes collide. Learning how to resolve them calmly avoids team delays and lost work.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F675B"/>
          </a:solidFill>
          <a:ln w="12700">
            <a:solidFill>
              <a:srgbClr val="3F67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Git Essentials: Version Control for Frontend Developers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241280" y="31089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7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Using Git Rebase for a Cleaner History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6217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Rebasing vs merging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rebase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and why to rebase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98080" y="1508760"/>
            <a:ext cx="4023360" cy="3383280"/>
          </a:xfrm>
          <a:prstGeom prst="roundRect">
            <a:avLst>
              <a:gd name="adj" fmla="val 3243"/>
            </a:avLst>
          </a:prstGeom>
          <a:solidFill>
            <a:srgbClr val="E5DDD0"/>
          </a:solidFill>
          <a:ln w="12700">
            <a:solidFill>
              <a:srgbClr val="D9CD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18745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4F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Visualized commit graph before and after rebasing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709160"/>
            <a:ext cx="10789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Rebasing reorganizes commits to create a linear, easier to follow history — valuable for peer reviews and debugging.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F675B"/>
          </a:solidFill>
          <a:ln w="12700">
            <a:solidFill>
              <a:srgbClr val="3F67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Git Essentials: Version Control for Frontend Developers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241280" y="31089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7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Collaborating with Pull Requests and Code Reviews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6217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Creating meaningful PRs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Responding to feedback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Maintaining code quality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98080" y="1508760"/>
            <a:ext cx="4023360" cy="3383280"/>
          </a:xfrm>
          <a:prstGeom prst="roundRect">
            <a:avLst>
              <a:gd name="adj" fmla="val 3243"/>
            </a:avLst>
          </a:prstGeom>
          <a:solidFill>
            <a:srgbClr val="E5DDD0"/>
          </a:solidFill>
          <a:ln w="12700">
            <a:solidFill>
              <a:srgbClr val="D9CD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18745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4F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 of GitHub PR with comments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709160"/>
            <a:ext cx="10789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Pull requests and code reviews enforce quality and knowledge sharing across frontend teams, vital for your role at Veyon.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Rellax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Essentials: Version Control for Frontend Developers</dc:title>
  <dc:subject>Enable confident source code management with Git, focusing on workflows and collaboration needs of frontend engineers.</dc:subject>
  <dc:creator>Rellax</dc:creator>
  <cp:lastModifiedBy>Rellax</cp:lastModifiedBy>
  <cp:revision>1</cp:revision>
  <dcterms:created xsi:type="dcterms:W3CDTF">2026-03-21T06:02:44Z</dcterms:created>
  <dcterms:modified xsi:type="dcterms:W3CDTF">2026-03-21T06:02:44Z</dcterms:modified>
</cp:coreProperties>
</file>