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Check which components re-render often and why. Avoid passing new objects or functions as props without memoization.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Wrap components with React.memo, and use hooks like useCallback to memoize functions and reduce updates.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Compound components let users compose APIs intuitively; render props enable dynamic UI composition; HOCs add features to components.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Record interactive sessions, spot bottlenecks in flamegraphs, and prioritize fixes where React spends most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F675B"/>
          </a:solidFill>
          <a:ln w="12700">
            <a:solidFill>
              <a:srgbClr val="3F67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React Deep Dive: Performance &amp; Advanced Patterns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241280" y="3108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Spotting React Performance Issues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6217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Excessive re-renders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Unnecessary prop changes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Identifying slow components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0" y="150876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E5DDD0"/>
          </a:solidFill>
          <a:ln w="12700">
            <a:solidFill>
              <a:srgbClr val="D9CD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8745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Profiler visual highlighting re-renders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709160"/>
            <a:ext cx="10789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Understanding what triggers React to re-render helps you optimize hotspots that can degrade user experience.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F675B"/>
          </a:solidFill>
          <a:ln w="12700">
            <a:solidFill>
              <a:srgbClr val="3F67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React Deep Dive: Performance &amp; Advanced Patterns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241280" y="3108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Optimizing with React.memo and Hooks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6217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Memoizing functional components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useCallback and useMemo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Avoiding stale closures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0" y="150876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E5DDD0"/>
          </a:solidFill>
          <a:ln w="12700">
            <a:solidFill>
              <a:srgbClr val="D9CD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8745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before/after applying React.memo and hooks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709160"/>
            <a:ext cx="10789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React.memo prevents needless re-renders; hooks can optimize expensive computations or event handlers.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F675B"/>
          </a:solidFill>
          <a:ln w="12700">
            <a:solidFill>
              <a:srgbClr val="3F67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React Deep Dive: Performance &amp; Advanced Patterns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241280" y="3108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Advanced Component Patterns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6217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Compound components for flexibility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 props for dynamic rendering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Higher-order components (brief overview)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0" y="150876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E5DDD0"/>
          </a:solidFill>
          <a:ln w="12700">
            <a:solidFill>
              <a:srgbClr val="D9CD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8745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Diagram of component relationships using patterns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709160"/>
            <a:ext cx="10789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patterns let you write highly reusable and flexible UI components, improving maintainability.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F675B"/>
          </a:solidFill>
          <a:ln w="12700">
            <a:solidFill>
              <a:srgbClr val="3F67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React Deep Dive: Performance &amp; Advanced Patterns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241280" y="3108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Profiling and Measuring React Performance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6217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React DevTools Profiler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Analyzing flamegraphs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Optimizing based on metrics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0" y="150876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E5DDD0"/>
          </a:solidFill>
          <a:ln w="12700">
            <a:solidFill>
              <a:srgbClr val="D9CD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8745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Profiler flamegraph with key areas highlighted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709160"/>
            <a:ext cx="10789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Profiling shows what parts of your app are costly. React DevTools gives actionable insights to guide optimizations.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Rellax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Deep Dive: Performance &amp; Advanced Patterns</dc:title>
  <dc:subject>Enhance your existing React skills with performance optimization techniques and advanced component patterns.</dc:subject>
  <dc:creator>Rellax</dc:creator>
  <cp:lastModifiedBy>Rellax</cp:lastModifiedBy>
  <cp:revision>1</cp:revision>
  <dcterms:created xsi:type="dcterms:W3CDTF">2026-03-21T06:02:52Z</dcterms:created>
  <dcterms:modified xsi:type="dcterms:W3CDTF">2026-03-21T06:02:52Z</dcterms:modified>
</cp:coreProperties>
</file>