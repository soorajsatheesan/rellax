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Semantic HTML5 elements like &lt;header&gt;, &lt;main&gt;, and &lt;footer&gt; give meaning to your content, boosting SEO and accessibility without extra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Use Flexbox to align items in a row or column, and Grid to create complex layouts. Combining them lets you craft dynamic interfaces that work on any screen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Adopt CSS custom properties for consistent theming and break styles into reusable modules. These habits prevent messy, hard-to-fix style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[Narration]
Use ARIA roles to define regions for screen readers, and ensure keyboard users can navigate your interface smoothly — simple steps with big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Mastering Semantic HTML and Modern CSS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Semantic HTML Matters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HTML5 semantic tags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 SEO and accessibility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Simplify maintenance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snippet highlighting semantic tags with overlay text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Let's start by understanding why semantic HTML isn't just a formality. Using the right tags improves SEO, makes your apps accessible, and helps future you maintain code faster.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Mastering Semantic HTML and Modern CSS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Modern CSS Layouts: Flexbox &amp; Grid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Flexbox for single-dimensional layouts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for complex two-dimensional designs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Combining both for responsive UI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layout switching between flexbox and grid examples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has evolved with powerful tools. Flexbox and Grid let you build layouts that adapt effortlessly across devices — a must-have skill for frontend engineers.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Mastering Semantic HTML and Modern CSS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Scalable and Maintainable CSS Practices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CSS variables and custom properties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Modular CSS for component styling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Avoiding specificity wars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screen before/after CSS improvements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Writing CSS that's clean and maintainable lets your team move fast without running into style conflicts. We'll look at variables and modularity techniques.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F675B"/>
          </a:solidFill>
          <a:ln w="12700">
            <a:solidFill>
              <a:srgbClr val="3F67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Mastering Semantic HTML and Modern CSS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241280" y="310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7EF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Scene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Enhancing Accessibility with ARIA &amp; HTML Attributes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62179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attributes and landmarks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Keyboard navigation support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ARIA labels &amp; live regions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508760"/>
            <a:ext cx="4023360" cy="3383280"/>
          </a:xfrm>
          <a:prstGeom prst="roundRect">
            <a:avLst>
              <a:gd name="adj" fmla="val 3243"/>
            </a:avLst>
          </a:prstGeom>
          <a:solidFill>
            <a:srgbClr val="E5DDD0"/>
          </a:solidFill>
          <a:ln w="12700">
            <a:solidFill>
              <a:srgbClr val="D9CDB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8745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4F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reader highlighting ARIA roles with keyboard navigation cues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10789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ensures everyone can use your apps. Adding ARIA roles and proper attributes makes your UI inclusive and compliant.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Rellax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Semantic HTML and Modern CSS</dc:title>
  <dc:subject>Solidify your foundation in semantic HTML5 and modern CSS to build accessible, responsive, and maintainable web interfaces.</dc:subject>
  <dc:creator>Rellax</dc:creator>
  <cp:lastModifiedBy>Rellax</cp:lastModifiedBy>
  <cp:revision>1</cp:revision>
  <dcterms:created xsi:type="dcterms:W3CDTF">2026-03-21T06:02:19Z</dcterms:created>
  <dcterms:modified xsi:type="dcterms:W3CDTF">2026-03-21T06:02:19Z</dcterms:modified>
</cp:coreProperties>
</file>