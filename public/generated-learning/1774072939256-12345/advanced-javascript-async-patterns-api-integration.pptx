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JavaScript runs tasks on a single thread using the event loop, scheduling callbacks and promises to avoid blocking your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Promises represent future results; async/await lets you write asynchronous code like synchronous, improving clarity and maintainability.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The Fetch API allows you to call REST endpoints straightforwardly; always check responses and handle errors to avoid user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Cache responses locally and debounce input events so your app only queries APIs when necessary, improving speed and reducing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JavaScript: Async Patterns &amp; API Integration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Demystifying the JavaScript Event Loop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stack and task queue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Promises and microtasks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on UI responsiveness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diagram of event loop processing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Understanding the event loop clarifies how async JavaScript works and why your UI remains responsive even during network calls.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JavaScript: Async Patterns &amp; API Integration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Using Promises and Async/Await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Promise states and chaining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Converting callbacks to promises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Simplifying async code with async/await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Before/after code comparison: callbacks vs async/await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Promises and async/await make asynchronous flows cleaner and easier to read. We'll refactor callback hell into sleek async functions.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JavaScript: Async Patterns &amp; API Integration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API Integration: Best Practices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API for requests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handling strategies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query parameters and headers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snippet with fetch, try/catch, and retry logic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Consuming APIs requires robust patterns to handle variability in network latency and errors. We'll cover error retries and clean parameter management.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Advanced JavaScript: Async Patterns &amp; API Integration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Optimizing API Calls: Caching &amp; Debouncing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results for repeat calls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Debounce user input for fewer requests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Balancing freshness and performance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graph showing API call rate reduction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many API calls can kill performance. Caching and debouncing ensure your app remains fast and efficient even with frequent data fetches.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Rellax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JavaScript: Async Patterns &amp; API Integration</dc:title>
  <dc:subject>Deepen understanding of asynchronous JavaScript and best practices for robust REST API consumption.</dc:subject>
  <dc:creator>Rellax</dc:creator>
  <cp:lastModifiedBy>Rellax</cp:lastModifiedBy>
  <cp:revision>1</cp:revision>
  <dcterms:created xsi:type="dcterms:W3CDTF">2026-03-21T06:02:27Z</dcterms:created>
  <dcterms:modified xsi:type="dcterms:W3CDTF">2026-03-21T06:02:27Z</dcterms:modified>
</cp:coreProperties>
</file>