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Use Elements to edit HTML/CSS live, Console for errors and testing, Sources for breakpoints, and Network to trace API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Set breakpoints to halt execution, step through code line by line, and review call stacks to trace errors back to their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Use computed styles to see active CSS rules and override them as needed. Understanding specificity helps you apply intended styles reliably.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Isolate the problem area, form a hypothesis, test it, and document the fix so you learn and prevent regressions.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Debugging and Problem-Solving Mastery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Navigating Browser Developer Tools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Elements and Styles panels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Console and Sources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and Performance tabs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 of DevTools panel navigation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Familiarize yourself with DevTools panels to inspect DOM, monitor network calls, and debug scripts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Debugging and Problem-Solving Mastery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Common JavaScript Errors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vs runtime errors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breakpoints and watches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call stacks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Stepwise breakpoint debugging session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Breakpoints let you pause code execution and inspect variables, revealing where things go wrong in complex logic.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Debugging and Problem-Solving Mastery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Fixing CSS Rendering Issues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Inspecting computed styles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Overriding specificity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Dealing with layout quirks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Side-by-side visual of style changes via DevTools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glitches often stem from CSS issues. We'll explore how to inspect and resolve difficult style conflicts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Debugging and Problem-Solving Mastery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Problem-Solving Workflow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 and isolate issues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and testing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Documenting fixes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 of debugging steps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 bugs methodically by reproducing consistently, hypothesizing causes, and verifying solutions before permanent fixes.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Debugging and Problem-Solving Mastery</dc:title>
  <dc:subject>Sharpen practical debugging techniques and systematic problem-solving catered for frontend engineers.</dc:subject>
  <dc:creator>Rellax</dc:creator>
  <cp:lastModifiedBy>Rellax</cp:lastModifiedBy>
  <cp:revision>1</cp:revision>
  <dcterms:created xsi:type="dcterms:W3CDTF">2026-03-21T06:02:36Z</dcterms:created>
  <dcterms:modified xsi:type="dcterms:W3CDTF">2026-03-21T06:02:36Z</dcterms:modified>
</cp:coreProperties>
</file>