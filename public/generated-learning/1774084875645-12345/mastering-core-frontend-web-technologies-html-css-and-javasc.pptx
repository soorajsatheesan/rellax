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Understanding HTML5 semantic elements and their impact on accessibility &amp; SEO
[Takeaway]
Using semantic HTML5 elements builds accessible, searchable, and easily maintainable webpages by explicitly conveying content roles.
[Speaker Notes]
Explain why semantic HTML5 elements matter not just for visual structure but for the underlying document meaning. Emphasize how tags like &lt;article&gt; and &lt;section&gt; provide meaningful groupings that assist screen readers in navigating content logically and improve SEO crawl effectiveness. Highlight the importance of proper heading hierarchies from &lt;h1&gt; through &lt;h6&gt; to create a clear content outline. Point out common pitfalls, such as overusing &lt;div&gt; elements or using &lt;b&gt; instead of &lt;strong&gt;, which dilute semantic clarity. Stress the utility of elements like &lt;figure&gt; and &lt;figcaption&gt; to entangle images with explanatory text, bridging content and visuals meaningfully. Demonstrate how semantic landmarks create explicit navigational regions recognized by assistive technologies, vastly improving user experience for visually impaired users. Use the visual diagram to reinforce how these tags compose a well-structured page. Encourage verifying markup correctness via dev tools and validation to maintain accessibility standards.
[Narration]
Hey, Sudarshan, let’s dive deep into semantic HTML5—your foundation for building accessible and maintainable webpages. Semantic elements like &lt;header&gt;, &lt;nav&gt;, &lt;main&gt;, &lt;section&gt;, &lt;article&gt;, and &lt;footer&gt; aren't just fancy tags; they explicitly define the purpose of content blocks, which is crucial for accessibility tools and search engines. For instance, grouping related content inside &lt;article&gt; or &lt;section&gt; helps screen readers understand the logical flow, enhancing navigability. Beyond just structure, proper heading hierarchy, from &lt;h1&gt; to &lt;h6&gt;, forms an accessible content outline that is essential for both users and SEO crawlers. Instead of defaulting to &lt;div&gt; or &lt;span&gt; for everything, replacing them with semantic alternatives adds meaning and clarity to your markup. Also, using &lt;figure&gt; and &lt;figcaption&gt; to pair images with captions clearly connects the visual content to its explanation. These semantic landmarks create explicit regions that assistive technologies recognize, elevating the UX for all users. Keep in mind that well-structured semantic HTML directly translates to more accessible, searchable, and maintainable webpages.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Leveraging semantic roles and ARIA attributes to bridge native semantic gaps
[Takeaway]
Combine native semantic HTML with ARIA attributes prudently to maximize accessibility without redundancy or misapplication.
[Speaker Notes]
Discuss the priority of native semantic HTML elements before considering ARIA roles. Illustrate cases where ARIA roles fill gaps in native markup, like role="navigation" when &lt;nav&gt; can't be used. Stress keyboard accessibility, including tabindex management and focus traps. Emphasize linking form &lt;label&gt; elements properly to controls for screen reader clarity. Underline the importance of meaningful alt text for images, avoiding empty or generic text. Encourage systematic accessibility audits using browser dev tool accessibility trees and plugins to verify ARIA and semantic usage. Warn against misuse or overuse of ARIA, which can cause duplication or confusion in assistive technology.
[Narration]
Building on semantics, accessibility thrives when we blend native HTML elements with ARIA roles judiciously. Always prioritize native elements—like &lt;nav&gt; or &lt;button&gt;—because they come with built-in accessibility semantics. But when a native element doesn't exist for a needed role, ARIA attributes bridge the gap; for example, applying role="navigation" to a fallback container ensures assistive technologies identify the region appropriately. Keyboard accessibility is pivotal: managing tabindex and focus ensures users who rely on keyboards can navigate intuitively, especially for interactive components. Properly linking &lt;label&gt; elements using the for= attribute or wrapping inputs improves form usability dramatically. And never overlook crafting meaningful alt text for images—this description is the only clue for screen reader users about visual content. Regularly auditing your accessibility tree with DevTools or specialized plugins helps you spot missing roles or misused ARIA attributes, avoiding redundancy or misrepresentation that may confuse assistive technologies. This balanced approach maximizes accessibility without compromising semantic clarity.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Advanced Flexbox mechanisms for responsive and intuitive layout design
[Takeaway]
Mastering Flexbox's sizing and alignment properties enables robust, adaptable single-axis layouts for UI components.
[Speaker Notes]
Explain the Flexbox model as a one-dimensional layout system that controls item alignment and distribution along a single axis—the main axis. Clarify that orientation is set by flex-direction, influencing how justify-content and align-items behave. Detail how justify-content controls horizontal space distribution, while align-items manages cross-axis alignment. Dive into how flex-grow, flex-shrink, and flex-basis interact to define how items flexibly size themselves within the container, highlighting tradeoffs like overflow or unintended shrinking if defaults like min-width aren't considered. Use DevTools Flexbox overlays to demonstrate how axes and alignments are visualized. Caution about common pitfalls such as forgetting default min-width/min-height constraints that can cause layout bugs.
[Narration]
Flexbox is a powerful one-dimensional layout model that lets you control how items flow and align along either a row or column. You start by setting your container’s flex-direction to define the main axis—row for horizontal or column for vertical arrangement. Along this axis, justify-content distributes free space between or around items, whether that’s spacing them evenly with space-between or centering them. Perpendicular to that, align-items aligns items in the cross-axis—stretching, centering, or aligning to their baselines, depending on your design needs. The trio of flex-grow, flex-shrink, and flex-basis govern how each flex item sizes relative to its siblings: flex-grow tells an item how much it can expand when there’s extra space, flex-shrink defines how much it can contract when space is tight, and flex-basis sets a starting size before growing or shrinking. But watch out—default minimum sizes can cause overflow or unwanted shrinking if not carefully handled. Chrome DevTools’ Flexbox overlay tools visualize these axes and sizing behaviors, offering precise feedback as you polish your layout. Mastery over these properties lets you build responsive, single-axis layouts that feel natural and robust.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Leveraging CSS Grid to create complex rows and columns with explicit placement
[Takeaway]
CSS Grid empowers pixel-perfect, scalable page designs by managing two-dimensional layout spaces effectively.
[Speaker Notes]
Present CSS Grid as a two-dimensional layout system that manages both rows and columns simultaneously, perfect for complex page designs. Explain defining grid structure explicitly with grid-template-columns and grid-template-rows, using repeat() for repetition and minmax() for flexible sizing, balancing fixed and fluid layout needs. Cover auto-placement to fill grid cells when not explicitly positioned. Discuss grid-gap (or column-gap, row-gap) for controlling spacing cleanly without margin hacks. Promote usage of named grid areas for semantic clarity and maintainability. Highlight browser inconsistencies with min-content and max-content sizing that require testing. Use the visual grid diagram to illustrate cell and area layout.
[Narration]
CSS Grid elevates layout control by simultaneously managing rows and columns, which lets you craft sophisticated, two-dimensional designs with pixel-perfect precision. Defining your grid’s structure starts with grid-template-columns and grid-template-rows, where repeat() helps generate consistent tracks and minmax() offers a flexible range—combining fixed minimums with adaptable maximums for responsive designs. If you don’t explicitly place every grid item, the auto-placement algorithm smartly positions them in available cells, easing initial layout. Control spacing elegantly with grid-gap, row-gap, and column-gap, which leave your markup cleaner compared to margin hacks. Naming grid areas with descriptive identifiers adds semantic meaning and simplifies maintenance when referencing template layouts. However, beware the subtle variations in how browsers handle min-content and max-content intrinsic sizing; testing is essential to maintain consistent results. With CSS Grid, you design powerful, scalable layouts that adapt fluidly while maintaining a clear, maintainable structure—an indispensable tool as screen sizes multiply.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Implementing fluid, adaptive layouts using relative units and media queries
[Takeaway]
Responsive design integrates flexible units and breakpoint-based styling to create adaptable UI across devices.
[Speaker Notes]
Discuss responsive design as an approach to ensure UI adapts smoothly across device sizes. Emphasize starting with relative units like percent (%), em, and rem instead of fixed pixels, which allows fluid scaling of widths, heights, and font sizes. Explain concise media queries to define breakpoints, typically with max-width constraints, to rearrange or restyle components at device thresholds. Talk about combining CSS Grid at page structure level with Flexbox for smaller UI parts like nav or cards to exploit strengths of both. Highlight mobile-first strategy—base styles target phones, progressively enhanced for tablets and desktops. Warn against mixing fixed px units in containers that require flexibility; suggest minmax() with media queries instead. Advocate rem-based typography for enabling user accessibility preferences. Use the responsive wireframe image to show layout changes preserving usability.
[Narration]
Responsive design is about crafting layouts that fluidly adapt to the myriad device sizes users bring. The foundation lies in relative units—%, em, and rem—which scale elements and typography gracefully instead of fixed pixels that break flexibility. Media queries are your breakpoint checkpoints; typically, you use max-width rules to tweak layouts at defined viewport widths, shifting from stacked mobile designs to more complex desktop grids. Combining CSS Grid for overall page layouts with Flexbox for smaller components—like navigation bars or card groups—leverages the strengths of each model. Start with a mobile-first mindset, writing base styles targeted at smaller screens, then progressively enhance toward larger breakpoints to keep CSS efficient. Avoid setting fixed pixel widths where containers need to flex; instead, use minmax() in Grid combined with media queries for true responsiveness. Additionally, rem-based typography respects user preferences for scaling, boosting accessibility. This multilayered approach ensures your UI is equally usable and elegant across all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Applying ES6 features such as arrow functions, destructuring, modules, and block scoping
[Takeaway]
Master ES6+ features to write cleaner, modular JavaScript with predictable scope and simplified syntax.
[Speaker Notes]
Provide a technical explanation of modern ES6+ syntax features and how they improve code expressiveness and correctness. Describe arrow functions’ lexical this behavior that reduces binding confusion with callbacks, but caution in dynamic contexts where this differs from traditional functions. Explain destructuring syntax for extracting data from arrays or objects concisely, improving readability and reducing errors. Cover modules (import/export) for code encapsulation and namespace hygiene, preventing global scope pollution. Stress preferring let/const over var—block scoping fixes hoisting-related bugs and promotes predictable variable lifetimes. Note the benefits of template literals for embedding expressions and multiline strings without cumbersome concatenation. Emphasize the improved maintainability, modularity, and clarity these features offer frontend logic.
[Narration]
Modern JavaScript with ES6+ features is a game-changer for writing cleaner, more maintainable frontend code. Arrow functions streamline callbacks by inheriting the lexical this, meaning they close over the surrounding context instead of creating new ones, which avoids common binding pitfalls—but be cautious when you actually need a dynamic this. Destructuring lets you neatly unpack values from arrays or objects using concise syntax, which not only reduces boilerplate but also clarifies intent. Modules introduced via import and export enable encapsulation, breaking code into reusable components and preventing pollution of the global scope—a must for large frontend codebases. Moving away from var to let and const ensures block-level scoping, correcting many hoisting issues that used to trip developers. Template literals support embedding expressions and multi-line strings naturally, improving code readability especially in UI text or dynamic queries. Embracing these ES6+ improvements empowers you to write frontend logic that is succinct, modular, and less error-prone—key traits for sustainable, professional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Understanding how closures encapsulate state and maintain references in callbacks
[Takeaway]
Closures provide powerful lexical encapsulation enabling stateful functions and safer asynchronous code.
[Speaker Notes]
Explain closures as functions retaining access to variables from their defining lexical scope even after that scope has completed execution, enabling private state encapsulation. Illustrate how returning inner functions maintains enclosed data that cannot be accessed globally, crucial for creating safe APIs and avoiding side effects. Emphasize closures’ role in asynchronous callbacks and event handlers where preserving context/state across calls is critical. Warn about common mistakes like capturing loop variables incorrectly using var; illustrate how let or IIFE solves this. Talk about memory considerations as closures keep references alive, increasing memory footprint, necessitating release of unused closures to prevent leaks.
[Narration]
Closures are a fundamental JavaScript concept where an inner function retains access to variables from its surrounding lexical scope, even after that outer function has returned. This mechanism allows you to create private, persistent state by returning a function that manipulates enclosed data invisible from the global scope. For example, a counter function that returns an incrementer preserves the count variable across calls safely. Closures are indispensable in asynchronous programming—for event handlers or callbacks—because they remember the exact context in which they were created. However, watch for classic pitfalls such as unintentionally capturing loop variables declared with var; using let or immediately-invoked function expressions (IIFE) prevents bugs caused by shared references. Also, closures impact memory because they keep variables alive as long as referenced; if not managed properly, you risk memory leaks, especially in long-running apps. Mastering closures will enable you to build modular, encapsulated functions and maintain consistent statefulness in complex frontend interactions.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Effectively managing asynchronous flows with ES6 Promises and async/await
[Takeaway]
Using Promises and async/await with event loop knowledge enables fluid and maintainable asynchronous frontend code.
[Speaker Notes]
Deep dive into asynchronous JavaScript constructs starting with Promises, which represent eventual completion or failure of async operations, enabling chaining with then() and catch(). Explain async/await as syntactic sugar over Promises that make async code appear linear and easier to read/debug. Describe the JavaScript event loop architecture: synchronous code executes first, followed by microtasks (e.g., resolved Promises), then macrotasks (timers, UI events). Show how microtasks run immediately after current task, ensuring responsive async resolution. Warn about blocking the event loop with heavy sync code impeding UI. Suggest debugging async flows with DevTools async stack traces, breakpoints, and network monitoring for API call visibility.
[Narration]
Asynchronous JavaScript mastery revolves around Promises, async/await, and understanding the event loop's inner workings. Promises encapsulate operations that complete in the future, resolving or rejecting, and you chain reactions using then() and catch(), creating readable sequences. Async/await is syntactic sugar atop Promises that flattens nested callbacks into sequential-looking code that’s easier to write and debug. Under the hood, the JavaScript event loop orchestrates execution: synchronous code runs immediately, then microtasks like resolved Promises run before moving on to macrotasks such as timers or user events. This prioritization ensures your async operations resolve promptly without blocking UI responsiveness. However, synchronous heavy computations can block the event loop and degrade user experience, so offloading or chunking work is key. For troubleshooting, DevTools provide async call stacks and breakpoint stepping that illuminate these flows, and the Network tab reveals actual REST API request timings and payloads. A solid grasp here lets you orchestrate complex data fetching and user interaction sequences seamlessly.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Techniques to identify and fix frontend markup, styling, and code issues effectively
[Takeaway]
Effective debugging practices combine browser tools and methodology to improve frontend reliability and performance.
[Speaker Notes]
Convey systematic debugging workflows combining browser dev tools for markup, styles, and scripts. Advocate inspecting the Elements panel to verify semantic tags, correct heading hierarchy, and ARIA roles. Demonstrate CSS Grid and Flexbox dev tools overlays to spot layout issues like misalignment or unintended sizing. Describe JavaScript debugging techniques like console.trace() to follow call paths and setting breakpoints for async code stepping. Stress checking the Network tab to verify data fetching delays or errors affecting frontend behavior. Recommend validating HTML with W3C to detect structural problems influencing accessibility or rendering. Suggest temporarily styling elements with outlines or background colors to expose hidden boundaries during layout debugging.
[Narration]
Effective debugging is an indispensable skill for frontend engineers working across markup, styling, and code. Start with the Elements inspector in your browser’s DevTools to audit semantic HTML structure, verify proper heading order, and ensure ARIA roles are applied correctly for accessibility. Use CSS Grid and Flexbox overlays to visualize layout boundaries and pinpoint misalignments or sizing quirks quickly—this helps detect issues you might miss by eye. For JavaScript, tools like console.trace() expose function call paths, and breakpoints let you step through asynchronous flows, invaluable when dealing with Promises or event handlers. The Network tab is your go-to for analyzing REST API calls—watching for latency, failed responses, or incorrect data causing frontend bugs. Don’t forget validating your HTML through the W3C validator service, catching structural errors that could hinder rendering or screen reader interpretation. When puzzling over layout mysteries, temporarily adding CSS outlines or background colors reveals invisible element boundaries, guiding your fixes. These combined strategies form a robust defense against frontend bugs disrupting user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Implementing semantic, responsive, and performant components with iterative testing
[Takeaway]
Combining semantic markup, modern CSS, async JS, and disciplined testing produces scalable and maintainable frontend codebases.
[Speaker Notes]
Discuss building frontend components that marry semantic HTML with modern CSS for responsiveness and accessibility. Illustrate building flexible navigation bars with &lt;nav&gt; and Flexbox adapting across device widths. Explain integrating asynchronous data fetching via async/await with graceful loading and error fallback states to maintain robust UX. Recommend leveraging Chrome Lighthouse audits regularly to measure accessibility, performance, and SEO, iterating on insights. Emphasize optimizing image assets with responsive sizes and next-gen formats like WebP to reduce page weight. Discuss deferring non-critical JavaScript to improve initial load times and avoid render-blocking. Advise atomic Git commits separating markup, style, and logic changes to maintain clarity and aid review. These practices collectively produce scalable, maintainable frontend codebases ready for professional deployment.
[Narration]
To build scalable frontend applications, combine semantic markup, responsive design, and diligent testing in your workflow. Start by crafting reusable components, like a navigation bar using the semantic &lt;nav&gt; element styled with Flexbox to adapt fluidly from desktop horizontal menus to vertical mobile layouts. For data-driven UI, fetch asynchronously with async/await, incorporating loading spinners and error messages to maintain a smooth user experience even under network variability. Regularly run Chrome Lighthouse audits to monitor accessibility, performance, and SEO metrics, using the results to incrementally improve your codebase. Optimizing images by serving responsive sizes and modern formats like WebP cuts down page weight and accelerates load times. Defer non-critical JavaScript to prevent blocking initial rendering and reflows, ensuring a snappy interface. When managing code, strive for atomic, meaningful Git commits that isolate markup, styling, and logic changes—this improves code clarity and eases collaboration. Applying these best practices ensures your frontend remains performant, accessible, and maintainable as your projects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1</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Semantic HTML5: Structuring Content with Meaning</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Understanding HTML5 semantic elements and their impact on accessibility &amp; SEO</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Semantic tags like &lt;header&gt;, &lt;nav&gt;, &lt;main&gt;, &lt;section&gt;, &lt;article&gt;, and &lt;footer&gt; define content purpose explicitly.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Using &lt;article&gt; or &lt;section&gt; groups related content logically, aiding screen readers and SEO crawlers.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Replace generic &lt;div&gt; and &lt;span&gt; with semantic alternatives to enhance document meaning.</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Proper heading hierarchy (&lt;h1&gt; to &lt;h6&gt;) ensures navigable content outline and improves accessibility.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&lt;figure&gt; and &lt;figcaption&gt; for images with descriptive captions, connecting visuals and text meaningfully.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Semantic markup improves explicit landmarks recognized by assistive technologies, enhancing UX.</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Diagram showing HTML5 semantic elements in page structure</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Using semantic HTML5 elements builds accessible, searchable, and easily maintainable webpages by explicitly conveying content roles.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Explain why semantic HTML5 elements matter not just for visual structure but for the underlying document meaning. Emphasize how tags like &lt;article&gt; and &lt;section&gt; provide meaningful groupings that assist screen readers in navigating content logically and improve SEO crawl effectiveness. Highlight the importance of proper heading hierarchies from &lt;h1&gt; through &lt;h6&gt; to create a clear content outline. Point out common pitfalls, such as overusing &lt;div&gt; elements or using &lt;b&gt; instead of &lt;strong&gt;, which dilute semantic clarity. Stress the utility of elements like &lt;figure&gt; and &lt;figcaption&gt; to entangle images with explanatory text, bridging content and visuals meaningfully. Demonstrate how semantic landmarks create explicit navigational regions recognized by assistive technologies, vastly improving user experience for visually impaired users. Use the visual diagram to reinforce how these tags compose a well-structured page. Encourage verifying markup correctness via dev tools and validation to maintain accessibility standards.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2</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Accessibility via Native Semantics and ARIA Roles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Leveraging semantic roles and ARIA attributes to bridge native semantic gaps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native semantic elements whenever possible before resorting to ARIA roles.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When native HTML semantics are lacking, apply appropriate ARIA roles (e.g., role="navigation" for &lt;nav&gt; fallback).</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Ensure interactive elements are keyboard navigable with proper tabindex and focus management.</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&lt;label&gt; correctly linked via for= attributes or wrapping to improve form accessibility.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Always provide meaningful alt text for images to support screen readers.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Audit accessibility tree in DevTools or use plugins to validate semantic and ARIA compliance.</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Accessibility tree overlay in browser developer tools showing roles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Combine native semantic HTML with ARIA attributes prudently to maximize accessibility without redundancy or misapplication.</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Discuss the priority of native semantic HTML elements before considering ARIA roles. Illustrate cases where ARIA roles fill gaps in native markup, like role="navigation" when &lt;nav&gt; can't be used. Stress keyboard accessibility, including tabindex management and focus traps. Emphasize linking form &lt;label&gt; elements properly to controls for screen reader clarity. Underline the importance of meaningful alt text for images, avoiding empty or generic text. Encourage systematic accessibility audits using browser dev tool accessibility trees and plugins to verify ARIA and semantic usage. Warn against misuse or overuse of ARIA, which can cause duplication or confusion in assistive technology.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3</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Flexbox Deep Dive: Controlling One-Dimensional Layouts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Advanced Flexbox mechanisms for responsive and intuitive layout design</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Flex containers orient items along a single main axis (row or column) controlled via flex-direction.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justify-content distributes free space along main axis (start, center, space-between, etc.).</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align-items aligns items perpendicular to main axis (stretch, center, baseline).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flex-grow, flex-shrink, and flex-basis control item flexibility and base size with nuanced interplay.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Beware of default min-width/min-height behaviors causing overflow or shrinking issues.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Debug with DevTools Flexbox overlays to visualize axes and sizing behavior precisely.</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Flexbox visual overlay showing main and cross axes with item alignment</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Mastering Flexbox's sizing and alignment properties enables robust, adaptable single-axis layouts for UI components.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Explain the Flexbox model as a one-dimensional layout system that controls item alignment and distribution along a single axis—the main axis. Clarify that orientation is set by flex-direction, influencing how justify-content and align-items behave. Detail how justify-content controls horizontal space distribution, while align-items manages cross-axis alignment. Dive into how flex-grow, flex-shrink, and flex-basis interact to define how items flexibly size themselves within the container, highlighting tradeoffs like overflow or unintended shrinking if defaults like min-width aren't considered. Use DevTools Flexbox overlays to demonstrate how axes and alignments are visualized. Caution about common pitfalls such as forgetting default min-width/min-height constraints that can cause layout bugs.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4</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CSS Grid for Two-Dimensional Responsive Layouts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Leveraging CSS Grid to create complex rows and columns with explicit placement</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CSS Grid handles both rows and columns simultaneously, enabling sophisticated layouts.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Define grid structure with grid-template-columns and grid-template-rows using repeat() and minmax() for flexibility.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Auto-placement algorithms can position items when explicit placement isn't provided.</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Combine grid-gap or row-gap/column-gap properties to manage spacing between grid items.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grid areas for semantic template naming to improve maintainability.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Beware of inconsistent min-content/max-content implementations across browsers affecting sizing.</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Grid area layout diagram labeling grid cells and named areas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CSS Grid empowers pixel-perfect, scalable page designs by managing two-dimensional layout spaces effectively.</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Present CSS Grid as a two-dimensional layout system that manages both rows and columns simultaneously, perfect for complex page designs. Explain defining grid structure explicitly with grid-template-columns and grid-template-rows, using repeat() for repetition and minmax() for flexible sizing, balancing fixed and fluid layout needs. Cover auto-placement to fill grid cells when not explicitly positioned. Discuss grid-gap (or column-gap, row-gap) for controlling spacing cleanly without margin hacks. Promote usage of named grid areas for semantic clarity and maintainability. Highlight browser inconsistencies with min-content and max-content sizing that require testing. Use the visual grid diagram to illustrate cell and area layout.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5</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Responsive Design Patterns with Media Queries and Units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Implementing fluid, adaptive layouts using relative units and media queries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Prefer relative units like %, em, rem for widths, heights, fonts to enable scalable design.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media queries to adjust layouts at viewport breakpoints for devices (e.g., max-width: 768px).</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Combine Flexbox and Grid, e.g., Grid for page structure, Flexbox for navigation or cards.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Define mobile-first CSS progressively enhancing for wider screens.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Avoid fixed px units for containers that must flex; mix minmax() with media queries in Grid.</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Apply rem-based typography sizing for consistent accessibility scaling by user preference.</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Responsive layout wireframe showing grid and flex sections at different viewport widths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Responsive design integrates flexible units and breakpoint-based styling to create adaptable UI across devices.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Discuss responsive design as an approach to ensure UI adapts smoothly across device sizes. Emphasize starting with relative units like percent (%), em, and rem instead of fixed pixels, which allows fluid scaling of widths, heights, and font sizes. Explain concise media queries to define breakpoints, typically with max-width constraints, to rearrange or restyle components at device thresholds. Talk about combining CSS Grid at page structure level with Flexbox for smaller UI parts like nav or cards to exploit strengths of both. Highlight mobile-first strategy—base styles target phones, progressively enhanced for tablets and desktops. Warn against mixing fixed px units in containers that require flexibility; suggest minmax() with media queries instead. Advocate rem-based typography for enabling user accessibility preferences. Use the responsive wireframe image to show layout changes preserving usability.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6</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ES6+ JavaScript: Modern Syntax and Scoping Essentials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Applying ES6 features such as arrow functions, destructuring, modules, and block scoping</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Arrow functions inherit lexical this, simplifying callback syntax but caution with dynamic this usage.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Destructuring extracts values from arrays or objects succinctly, improving code clarity.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Modules (import/export) enable encapsulation and reusable components, reducing global scope pollution.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Prefer let/const over var to utilize block-scoping, avoiding hoisting pitfalls.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Template literals support multi-line strings and embedded expressions for readable string construction.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Apply these features to write concise, maintainable frontend logic adhering to modern standards.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Code snippet demonstrating destructuring and arrow functions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Master ES6+ features to write cleaner, modular JavaScript with predictable scope and simplified syntax.</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Provide a technical explanation of modern ES6+ syntax features and how they improve code expressiveness and correctness. Describe arrow functions’ lexical this behavior that reduces binding confusion with callbacks, but caution in dynamic contexts where this differs from traditional functions. Explain destructuring syntax for extracting data from arrays or objects concisely, improving readability and reducing errors. Cover modules (import/export) for code encapsulation and namespace hygiene, preventing global scope pollution. Stress preferring let/const over var—block scoping fixes hoisting-related bugs and promotes predictable variable lifetimes. Note the benefits of template literals for embedding expressions and multiline strings without cumbersome concatenation. Emphasize the improved maintainability, modularity, and clarity these features offer frontend logic.</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7</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Closures and Lexical Scope: Private State and Event Handlers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Understanding how closures encapsulate state and maintain references in callbacks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Closures capture variables from their creation scope, preserving access after outer function returns.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Useful for private variables by returning inner functions that manipulate enclosed data.</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Enable encapsulation patterns avoiding global state pollution and exposing only intended API.</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Crucial in asynchronous callbacks and event handlers to maintain contextual state references.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Common pitfall: unintentional capturing of variables in loops; solve with let or IIFE.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Closures impact memory: large closures hold references longer, be mindful of leaks.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Diagram illustrating lexical environment and variable capture in closures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Closures provide powerful lexical encapsulation enabling stateful functions and safer asynchronous code.</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Explain closures as functions retaining access to variables from their defining lexical scope even after that scope has completed execution, enabling private state encapsulation. Illustrate how returning inner functions maintains enclosed data that cannot be accessed globally, crucial for creating safe APIs and avoiding side effects. Emphasize closures’ role in asynchronous callbacks and event handlers where preserving context/state across calls is critical. Warn about common mistakes like capturing loop variables incorrectly using var; illustrate how let or IIFE solves this. Talk about memory considerations as closures keep references alive, increasing memory footprint, necessitating release of unused closures to prevent leaks.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8</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Mastering Async JavaScript: Promises, async/await, and Event Loop</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Effectively managing asynchronous flows with ES6 Promises and async/await</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Promises represent eventual completion or failure of async operations; chain with .then() and catch().</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async/await offers syntax sugar for Promises, making asynchronous code linear and easier to debug.</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Understand the event loop: synchronous code runs first, followed by microtasks (Promises), then macrotasks (timers).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Microtasks run immediately after current task, ensuring resolved Promises execute promptly.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Avoid blocking event loop with heavy synchronous JS to keep UI responsive.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Debug async code using DevTools async call stack, breakpoints, and network monitoring.</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Event loop diagram showing task queues, microtasks, and call stack</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Using Promises and async/await with event loop knowledge enables fluid and maintainable asynchronous frontend code.</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Deep dive into asynchronous JavaScript constructs starting with Promises, which represent eventual completion or failure of async operations, enabling chaining with then() and catch(). Explain async/await as syntactic sugar over Promises that make async code appear linear and easier to read/debug. Describe the JavaScript event loop architecture: synchronous code executes first, followed by microtasks (e.g., resolved Promises), then macrotasks (timers, UI events). Show how microtasks run immediately after current task, ensuring responsive async resolution. Warn about blocking the event loop with heavy sync code impeding UI. Suggest debugging async flows with DevTools async stack traces, breakpoints, and network monitoring for API call visibility.</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9</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Debugging Strategies for HTML, CSS, and Async JavaScript</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Techniques to identify and fix frontend markup, styling, and code issues effectively</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Elements inspector to verify correct semantic structure, heading order, and ARIA roles.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Leverage DevTools Grid and Flexbox overlays to visualize layout boundaries and detect misalignments.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Apply console.trace() and breakpoint stepping to analyze function call stacks and async flows.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Check Network tab for API request latency and response correctness in async features.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Validate HTML with W3C validator to catch structural errors impacting accessibility.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Temporarily add CSS outlines or background colors to expose invisible elements and box sizes.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Screenshot of browser DevTools highlighting CSS grid overlay and JavaScript debugger</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Effective debugging practices combine browser tools and methodology to improve frontend reliability and performance.</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Convey systematic debugging workflows combining browser dev tools for markup, styles, and scripts. Advocate inspecting the Elements panel to verify semantic tags, correct heading hierarchy, and ARIA roles. Demonstrate CSS Grid and Flexbox dev tools overlays to spot layout issues like misalignment or unintended sizing. Describe JavaScript debugging techniques like console.trace() to follow call paths and setting breakpoints for async code stepping. Stress checking the Network tab to verify data fetching delays or errors affecting frontend behavior. Recommend validating HTML with W3C to detect structural problems influencing accessibility or rendering. Suggest temporarily styling elements with outlines or background colors to expose hidden boundaries during layout debugging.</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10</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Best Practices for Scalable Frontend Integration and Testing</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Implementing semantic, responsive, and performant components with iterative testing</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Build reusable navigation bars with semantic &lt;nav&gt; and Flexbox adapting across devices.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Implement data fetching with async/await integrating loading and error states for robust UX.</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Chrome Lighthouse audits to continuously improve accessibility scores and performance metrics.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Optimize image assets (e.g., responsive sizes, modern formats like WebP) to reduce page weight.</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Defer non-critical JavaScript to minimize initial load blocking and reflows.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meaningful, atomic Git commits separating markup, styling, and logic changes to maintain code clarity.</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Screenshot of Lighthouse accessibility and performance report from Chrome DevTools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Combining semantic markup, modern CSS, async JS, and disciplined testing produces scalable and maintainable frontend codebases.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Discuss building frontend components that marry semantic HTML with modern CSS for responsiveness and accessibility. Illustrate building flexible navigation bars with &lt;nav&gt; and Flexbox adapting across device widths. Explain integrating asynchronous data fetching via async/await with graceful loading and error fallback states to maintain robust UX. Recommend leveraging Chrome Lighthouse audits regularly to measure accessibility, performance, and SEO, iterating on insights. Emphasize optimizing image assets with responsive sizes and next-gen formats like WebP to reduce page weight. Discuss deferring non-critical JavaScript to improve initial load times and avoid render-blocking. Advise atomic Git commits separating markup, style, and logic changes to maintain clarity and aid review. These practices collectively produce scalable, maintainable frontend codebases ready for professional deployment.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Rellax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Mastering Core Frontend Web Technologies: HTML, CSS, and JavaScript Essentials</dc:title>
  <dc:subject>This module will solidify Sooraj's foundational expertise in essential frontend technologies by deep-diving into HTML5 semantics, modern CSS techniques including Flexbox and Grid, and advanced JavaScript concepts like asynchronous programming, closures, and ES6+ features. The course includes practical exercises to build responsive, accessible, and highly interactive web interfaces integrating these skills.</dc:subject>
  <dc:creator>Rellax</dc:creator>
  <cp:lastModifiedBy>Rellax</cp:lastModifiedBy>
  <cp:revision>1</cp:revision>
  <dcterms:created xsi:type="dcterms:W3CDTF">2026-03-21T09:23:10Z</dcterms:created>
  <dcterms:modified xsi:type="dcterms:W3CDTF">2026-03-21T09:23:10Z</dcterms:modified>
</cp:coreProperties>
</file>