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Learn how semantic HTML elements provide structural meaning beyond presentation to improve accessibility, SEO, and maintainability.
[Takeaway]
Semantic HTML is a non-negotiable foundation for accessible, maintainable, and SEO-friendly frontend code that integrates smoothly with assistive tools.
[Speaker Notes]
Explain the importance of semantic tags beyond just styling: how they define meaningful page structure that assistive technologies rely on.
Highlight main semantic elements and their roles in UI layout.
Point out practical usage of figure/figcaption and form grouping with fieldset/legend.
Stress avoiding div overuse and explain how ARIA supplements but should not replace native semantics.
Mention the importance of a single main landmark per page.
Use example markup to illustrate good semantic structure.
Encourage questions about accessibility implications and common pitfalls.
[Narration]
Hey, Sudarshan, let's start by unpacking the power of semantic HTML5. Unlike generic &lt;div&gt; tags that merely group elements visually, semantic tags like &lt;header&gt;, &lt;nav&gt;, &lt;main&gt;, &lt;section&gt;, &lt;article&gt;, &lt;aside&gt;, and &lt;footer&gt; inherently convey the structure and meaning of content to browsers and assistive technologies. For instance, screen readers navigate pages efficiently using these landmarks, allowing users with disabilities to jump directly to primary content with the &lt;main&gt; element, and only one should exist per page to avoid confusion.
Beyond these, the &lt;figure&gt; and &lt;figcaption&gt; elements link images to their descriptive captions explicitly, improving context for all users. When it comes to forms, grouping related controls with &lt;fieldset&gt; and providing a &lt;legend&gt; enhances both clarity and navigation.
A common mistake is overusing &lt;div&gt; tags without semantic purpose, which trips up both SEO and accessibility tools. Also, ARIA roles should supplement missing native semantics rather than replacing them — for example, don’t use role="navigation" if you can simply use &lt;nav&gt;.
Mastering semantic HTML not only benefits accessibility and SEO but also makes your codebase more maintainable and meaningful, laying a foundation for robust frontend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Flexbox container and item properties to implement complex, adaptive UI components like navbars and flex-wrapping content.
[Takeaway]
Leveraging Flexbox with its detailed properties empowers creation of intuitive, flexible UIs that degrade gracefully across devices.
[Speaker Notes]
Detail flex container properties and how they affect layout direction and alignment.
Explain flex-wrap and its importance for responsive designs, particularly navbars.
Clarify flex-grow, flex-shrink, flex-basis interactions for precise sizing control.
Warn about pitfalls with nested flex containers and how to avoid unexpected shrinkage or overflow.
Use the navbar example to demonstrate practical responsiveness.
Encourage experimenting with browser DevTools Flexbox tools for real-time understanding.
[Narration]
Flexbox is a fantastic layout module when you need to create adaptable, one-dimensional layouts, especially for components like navbars or toolbars. By setting display to flex on a container, you activate a flex formatting context. The flex-direction property controls the main axis—row for horizontal alignment or column for vertical stacking.
Once that's established, justify-content aligns items along that main axis, while align-items controls the cross-axis alignment. One crucial feature is flex-wrap; enabling this lets items wrap onto new lines instead of shrinking beyond usability on narrow screens. For a navbar, this prevents content from cramming or overflowing horizontally.
Fine-tuning sizing comes from flex-grow, flex-shrink, and flex-basis. Flex-grow lets items expand to fill leftover space proportionally, flex-shrink allows contraction when limited, and flex-basis sets the default size before growing or shrinking occurs.
Be cautious with nested flex containers; improper combinations can cascade unexpected size changes, leading to layout bugs. Always isolate flex parents and understand their individual sizing rules.
By mastering these properties, you can build intuitive, flexible user interfaces that gracefully adapt across devices without resorting to brittle, complex media query hacks.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 CSS Grid’s grid-template definitions and placement techniques to create robust, complex page layouts.
[Takeaway]
CSS Grid’s declarative two-dimensional system unlocks powerful layout control essential for modern responsive designs.
[Speaker Notes]
Explain CSS Grid as a two-dimensional layout system handling rows and columns simultaneously.
Discuss defining grids with grid-template-columns, rows, and named grid areas for semantic clarity.
Cover explicit vs implicit grid generation and implications for overflow.
Introduce grid-gap and fractional units as key to fluid spacing and adaptable sizing.
Demonstrate minmax() for adaptive track sizing between min and max values.
Describe combining Grid with media queries to shift layouts responsively without markup changes.
Encourage using visual debugging tools for grids in DevTools.
[Narration]
CSS Grid fundamentally changes how we approach page layouts by introducing a two-dimensional system that lets us handle rows and columns simultaneously. Instead of managing content flow in one direction, you define a grid container using grid-template-columns and grid-template-rows to partition your UI into a clean matrix.
You can name these grid areas for expressive placement, so elements like sidebars, content, and ads correspond directly to semantic regions, improving maintainability.
Browsers create explicit grids from these definitions, but when content spills over, implicit tracks generate automatically, so understanding that distinction helps avoid surprises with overflow or unexpected sizing.
Grid-gap allows you to manage gutters without messy margins, and fractional units (fr) distribute leftover space proportionally, making layouts fluid. The minmax() function is a game-changer; it lets you specify flexible track sizes that won’t shrink below or grow beyond thresholds, ensuring responsive robustness.
When paired with media queries, CSS Grid can elegantly reflow your layout at breakpoints without altering the underlying markup, simplifying maintenance and enhancing performance.
Grasping these concepts unlocks powerful control over complex, adaptive page designs essential for modern frontend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Adopt modern ES6+ features like destructuring, arrow functions, and modules to write concise, maintainable JS code for frontend apps.
[Takeaway]
Modern JavaScript constructs streamline frontend development, enhancing readability and function reuse without compromising clarity.
[Speaker Notes]
Highlight how destructuring reduces boilerplate and clarifies intent extracting properties from objects or arrays.
Explain arrow functions’ lexical this binding and why it matters especially in callbacks or class methods.
Describe how template literals simplify complex string generation and multi-line strings.
Discuss spread and rest operators for immutable data handling and function parameter flexibility.
Motivate module usage for encapsulation, separation of concerns, and reuse.
Warn about common pitfalls like variable shadowing in destructuring and misuse of arrow implicit returns.
Use illustrative code examples for comprehension.
[Narration]
Modern JavaScript, starting with ES6, equips us with expressive syntax and patterns that make code cleaner, more maintainable, and less error-prone. Destructuring, for example, lets you pull out values from arrays or properties from objects succinctly, avoiding verbose repetition and making intent explicit.
Arrow functions revolutionize function expressions by inheriting this lexically from their defining scope, which is especially beneficial in event handlers or asynchronous callbacks where the traditional function would lose context or require binding.
Template literals enhance string handling by allowing embedded expressions and multi-line strings without cumbersome concatenation or escape sequences.
The spread and rest operators simplify copying and combining arrays or objects without mutation, enabling safer immutable patterns which are critical in state management.
Modules provide encapsulation through export and import, fostering code reuse and scalable architecture in larger apps.
However, watch for gotchas like variable shadowing in nested destructuring or forgetting parentheses when using implicit returns in arrow functions.
Mastering these features will elevate your JavaScript skills, allowing you to write concise yet clear and robust frontend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 dive into how closures capture lexical environments and strategies to debug closure-related scope issues.
[Takeaway]
Understanding closures and how to debug scope chains is key to reliable asynchronous and functional JavaScript.
[Speaker Notes]
Explain closure as inner functions retaining access to variables in their lexical outer scope even after the outer function finishes.
Demonstrate how closures enable function factories and private state encapsulation.
Emphasize usefulness in event handler scaffolding and callbacks preserving context.
Introduce the Chrome DevTools Scopes panel for examining closure contents during debugging.
Warn about memory leaks caused by unintentional retention of large variables.
Discuss how closures can affect garbage collection and how to mitigate overhead by limiting scope exposure.
[Narration]
Closures are one of JavaScript’s most powerful and sometimes conceptually tricky features. They occur when an inner function retains access to variables in its outer lexical scope even after the outer function has returned. This behavior enables patterns like function factories where you produce specialized functions preloaded with specific data, or private state encapsulation that hides internal variables from the global scope.
In frontend apps, closures frequently appear in event handlers and asynchronous callbacks, preserving relevant context without polluting the namespace.
When debugging closure-related issues, Chrome DevTools’ Scopes panel is invaluable—it lets you inspect variables currently held by closures at breakpoints, making it easier to understand why certain state persists.
However, be cautious: closures can inadvertently retain large objects longer than necessary, leading to memory leaks and increased memory usage. This can complicate garbage collection because those variables remain reachable.
A best practice is to minimize what your closures capture, preventing over-retention of data and ensuring optimal app performance and resource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the event loop concepts, including call stack, macrotasks, microtasks, and the order of asynchronous execution.
[Takeaway]
Precise knowledge of event loop internals allows writing predictable, performant asynchronous frontend code.
[Speaker Notes]
Explain the call stack as the execution context for synchronous code.
Clarify the difference between macrotasks (timers, I/O) and microtasks (Promises, mutation observers).
Stress that microtasks run immediately after the current task, before rendering or the next macrotask.
Use the understanding of this order to explain subtle bugs caused by misunderstanding async execution.
Point out how async/await uses microtasks internally for efficient asynchronous steps.
Suggest using DevTools Performance tab to profile UI responsiveness and detect event loop blocking.
[Narration]
Understanding the JavaScript event loop architecture is crucial for writing reliable asynchronous code. At its core, the call stack executes your synchronous code, one frame at a time until it’s empty.
Asynchronous callbacks don’t run immediately; instead, they go into task queues. Macrotasks include events like setTimeout callbacks or I/O completions, sitting in the macrotask queue awaiting their turn.
Microtasks, such as Promise callbacks, have priority — they execute immediately after the current task finishes and before the next macrotask runs. This subtle ordering ensures that Promise resolutions happen promptly, affecting how you structure asynchronous flows to avoid race conditions or subtle timing bugs.
For example, async/await syntax internally uses microtasks, making asynchronous steps smoother and easier to reason about, but the event loop ordering still applies.
Chrome’s Performance tab can visualize event loop blockage and timing issues, helping diagnose responsiveness problems caused by long tasks or poorly managed async scheduling.
Mastery of these internals lets you optimize frontend code, resulting in smoother, more predictable user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 robust asynchronous JS flows applying promise chaining and async/await syntax with proper error management.
[Takeaway]
Mastering promises and async/await with comprehensive error handling leads to reliable, maintainable asynchronous frontend modules.
[Speaker Notes]
Describe Promises as abstractions for async operations, highlighting states and transitions.
Explain chaining with then() and centralized error handling with catch().
Show how async/await syntax unwraps promises making asynchronous code look synchronous.
Emphasize wrapping await calls in try/catch to capture runtime and network errors gracefully.
Warn against mixing callback-based code with promises to avoid complexity.
Note the criticality of awaiting every async call to avoid race conditions or silent failures.
Provide example of a robust fetch operation with error handling.
[Narration]
Promises represent deferred values—operations that will eventually succeed or fail. They have three states: pending, fulfilled, or rejected. You chain asynchronous steps using .then() methods, and any errors propagate down to a .catch() handler, keeping failure paths manageable.
With async/await, this chaining becomes more readable, making asynchronous code appear synchronous, which simplifies error handling and flow control. However, it’s crucial to always wrap await expressions inside try/catch blocks to handle runtime errors, such as network failures or unexpected data.
Neglecting this leads to uncaught exceptions that can break your app silently. Also, avoid mixing traditional callback patterns with promises in the same module — this often introduces bugs and makes reasoning about flow harder.
Another common pitfall is forgetting to await an async call; this initiates the async operation but proceeds immediately, risking race conditions and inconsistent state.
A typical robust pattern involves a fetch wrapped in async/await with error handling, ensuring graceful failure recovery and clear debugging insights.
Mastering these patterns ensures your frontend asynchronous interactions are predictable, maintainable, and resilient.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Combine semantic markup with CSS Grid and Flexbox for accessible, robust responsive layouts and maintainable codebases.
[Takeaway]
Strategic integration of semantic HTML and advanced CSS techniques crafts flexible, user-centered frontend interfaces.
[Speaker Notes]
Explain how semantic elements serve as reliable anchors for CSS Grid areas.
Describe workflow: defining grid-template-areas that correspond with section/article tag roles.
Use Flexbox inside grid cells to align components like buttons or navbar items precisely.
Highlight modular CSS practices (like BEM) to make targeting semantic blocks straightforward.
Stress progressive enhancement: start with semantic HTML, then layer grid and flex styling.
Recommend accessibility testing post-styling to verify landmarks and reading order remain intact.
[Narration]
Combining semantic HTML with CSS Grid and Flexbox is the gold standard for creating accessible, maintainable, and responsive interfaces. Semantic markup provides meaningful structural hooks—like &lt;section&gt; and &lt;article&gt;—that map naturally to named grid-template-areas in CSS Grid, making your layout code intuitive and maintainable.
Within each grid area, Flexbox shines for fine-grained alignment—such as centering navigation links within a navbar cell or vertically aligning buttons inside a card.
Adopting modular CSS conventions like BEM complements this approach, enabling you to target semantic elements predictably without ambiguity.
A progressive enhancement strategy ensures the page remains navigable and meaningful even without CSS, crucial for accessibility tools and SEO.
Finally, always test with screen readers and keyboard navigation after applying complex layouts to confirm that your semantic landmarks remain clear and useful. This integration of semantic structure with powerful CSS layout methods facilitates building robust, future-proof frontend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Employ browser DevTools and CSS techniques to diagnose and fix layout issues with Flexbox and Grid.
[Takeaway]
Robust debugging relies on deep familiarity with DevTools layout visualization and CSS property interplay.
[Speaker Notes]
Walk through the Elements panel for toggling and isolating CSS rules to identify issues.
Show how to enable Flexbox and Grid overlays in Chrome or Firefox to visualize track and alignment boundaries.
Explain the importance of inspecting computed styles, especially display and box-sizing.
Discuss common layout pitfalls like margin collapse and effects of default align-items.
Recommend applying box-sizing:border-box universally to simplify sizing calculations.
Advocate use of DevTools z-index inspection to debug stacking contexts and layering issues.
[Narration]
Layout issues can be some of the most frustrating frontend bugs, but modern browser DevTools provide excellent tools to dissect and fix them. Starting in the Elements panel, you can toggle CSS properties on and off to isolate problematic rules affecting your layout.
Both Chrome and Firefox let you enable overlays that visually outline Flexbox boundaries and CSS Grid tracks, making it easier to understand how your elements occupy their containers and align.
Inspecting computed styles is vital to uncover contradictory display modes or sizing properties that browsers apply automatically. For example, margin collapse can unexpectedly reduce vertical spacing, and default align-items on flex containers might misalign children if you’re not explicit.
Setting box-sizing to border-box globally is a no-brainer; it streamlines size calculations by including padding and borders within width and height, preventing common overflow surprises.
When visual stacking issues arise, DevTools’ layering and z-index inspectors help you identify which elements overlap in what order, resolving confusing visual bugs.
Building fluency with these tools ensures more efficient debugging and more reliable frontend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Design maintainable frontend architecture with modular CSS/JS and testability for scalable projects.
[Takeaway]
Discipline in modular coding and testing ensures your frontend remains robust and extensible over time.
[Speaker Notes]
Discuss modular CSS approaches: BEM, CSS Modules, CSS-in-JS (styled-components), emphasizing style scoping.
Explain ES6 module import/export for JS modularization supporting lazy loading and build optimization.
Advocate writing idempotent pure functions for easier unit testing and predictability.
Introduce dependency injection pattern to decouple components and mock dependencies in tests.
Showcase automated accessibility and performance audits using Lighthouse integration in CI pipelines.
Encourage thorough documentation of interfaces/contracts for maintainable teamwork.
[Narration]
As frontend projects scale, modularization and testing become indispensable practices. For CSS, strategies like BEM naming, CSS Modules, or CSS-in-JS libraries such as styled-components keep styles scoped, reducing unintended side effects and making components portable.
JavaScript modules leveraging ES6 import/export create clear boundaries between concerns, facilitating lazy-loading for performance and enabling sophisticated build tooling.
Writing idempotent functions—those without side effects—makes your logic easier to test independently and debug in isolation.
Dependency injection further decouples code, allowing you to substitute mocks or spies in tests without altering implementation, accelerating development velocity.
Tools like Lighthouse automate accessibility and performance auditing, fitting seamlessly into CI pipelines to catch regressions early.
Finally, documenting expected interfaces and contracts improves collaboration and code longevity, ensuring your team can adapt and maintain the codebase confidently.
Adhering to these best practices fosters robustness, scalability, and maintainability in complex frontend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Structuring for Accessibility and Maintainability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Learn how semantic HTML elements provide structural meaning beyond presentation to improve accessibility, SEO, and maintainability.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tags like &lt;header&gt;, &lt;nav&gt;, &lt;main&gt;, &lt;section&gt;, &lt;article&gt;, &lt;aside&gt;, &lt;footer&gt; define page structure explicitly.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&lt;figure&gt; and &lt;figcaption&gt; to associate images with descriptive captions contextually.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excessive use of &lt;div&gt;; prefer semantic wrappers to enable assistive technologies to parse content meaningfully.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ARIA roles only to supplement missing semantics, not replace native HTML5 elements.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one &lt;main&gt; per page to establish the primary content landmark for screen readers.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Group related form controls using &lt;fieldset&gt; and &lt;legend&gt; for clarity and improved navigation.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the semantic HTML5 element hierarchy within a webpage layout.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Semantic HTML is a non-negotiable foundation for accessible, maintainable, and SEO-friendly frontend code that integrates smoothly with assistive tools.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importance of semantic tags beyond just styling: how they define meaningful page structure that assistive technologies rely 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main semantic elements and their roles in UI layout.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Point out practical usage of figure/figcaption and form grouping with fieldset/legend.</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Stress avoiding div overuse and explain how ARIA supplements but should not replace native semantics.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Mention the importance of a single main landmark per page.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Use example markup to illustrate good semantic structure.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questions about accessibility implications and common pitfalls.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Use of Flexbox for Responsive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Flexbox container and item properties to implement complex, adaptive UI components like navbars and flex-wrapping content.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flex-direction controls primary axis—row or column—for flexible linear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justify-content and align-items manage alignment along main and cross axes.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flex-wrap enables elements to wrap onto new lines when space is constrained for responsive adaptation.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flex-grow, flex-shrink, and flex-basis precise control item sizing and distribution within the container.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Practical pattern: Navbars using flex-wrap and min-width on items for graceful wrapping on narrow screens.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nested flex containers causing unexpected sizing; isolate flex parents carefully.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CSS code snippet illustrating a flex container with wrapping and spaced navigation items.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Leveraging Flexbox with its detailed properties empowers creation of intuitive, flexible UIs that degrade gracefully across devices.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Detail flex container properties and how they affect layout direction and alignment.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flex-wrap and its importance for responsive designs, particularly navbars.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Clarify flex-grow, flex-shrink, flex-basis interactions for precise sizing control.</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about pitfalls with nested flex containers and how to avoid unexpected shrinkage or overflow.</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Use the navbar example to demonstrate practical responsiveness.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experimenting with browser DevTools Flexbox tools for real-time understanding.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Harnessing CSS Grid for Two-Dimensional Responsive Layouts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 CSS Grid’s grid-template definitions and placement techniques to create robust, complex page layouts.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grid structures with grid-template-columns, rows, and areas to partition UI regions.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Place elements explicitly using line numbers or named grid areas for clarity and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Differentiate between explicit vs implicit grids; browsers auto-create implicit tracks when items overflow defined grid.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grid-gap and fractional units (fr) for adjustable spacing and fluid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minmax() to define flexible grid tracks that adapt between minimum and maximum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Grid with media queries for layout shifts on breakpoints without markup changes.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of a webpage divided into sidebar, main content, and ads using CSS Grid line naming.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CSS Grid’s declarative two-dimensional system unlocks powerful layout control essential for modern responsive designs.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CSS Grid as a two-dimensional layout system handling rows and columns simultaneously.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defining grids with grid-template-columns, rows, and named grid areas for semantic clarity.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Cover explicit vs implicit grid generation and implications for overflow.</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grid-gap and fractional units as key to fluid spacing and adaptable sizing.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Demonstrate minmax() for adaptive track sizing between min and max values.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combining Grid with media queries to shift layouts responsively without markup changes.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using visual debugging tools for grids in DevTools.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ES6+ JavaScript Syntax and Patterns for Cleaner Code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Adopt modern ES6+ features like destructuring, arrow functions, and modules to write concise, maintainable JS code for frontend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Destructuring extracts values clearly from arrays/objects, reducing boilerplate.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inherit lexical this, crucial for event handlers and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 literals improve string composition and allow multi-line templates.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Spread/rest operators facilitate parameter handling and array/object manipulation without mutation.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Modules enable encapsulation and controlled export/import of functionality.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pitfalls: Beware shadowing variables in destructuring and correct arrow function usage with implicit returns.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demonstrating destructuring assignment and arrow function syntax in ES6.</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Modern JavaScript constructs streamline frontend development, enhancing readability and function reuse without compromising clarity.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how destructuring reduces boilerplate and clarifies intent extracting properties from objects or arrays.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arrow functions’ lexical this binding and why it matters especially in callbacks or class methods.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how template literals simplify complex string generation and multi-line strings.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spread and rest operators for immutable data handling and function parameter flexibility.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Motivate module usage for encapsulation, separation of concerns, and reuse.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about common pitfalls like variable shadowing in destructuring and misuse of arrow implicit returns.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Use illustrative code examples for comprehension.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Closures: Mechanism and Practical Debugging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 dive into how closures capture lexical environments and strategies to debug closure-related scope issues.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maintain access to outer function variables even after the outer call has returned.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Enable function factories and private state encapsulation patterns.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use in event handlers preserving access to contextual data.</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using Chrome DevTools Scope panel to inspect variables retained by closures at breakpoints.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memory leaks by not unintentionally holding large outer variables longer than needed.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can complicate garbage collection and increase memory usage if careless.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Scope chain visualization showing inner function closure capturing outer variables.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Understanding closures and how to debug scope chains is key to reliable asynchronous and functional JavaScript.</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closure as inner functions retaining access to variables in their lexical outer scope even after the outer function finishes.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Demonstrate how closures enable function factories and private state encapsulation.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Emphasize usefulness in event handler scaffolding and callbacks preserving context.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the Chrome DevTools Scopes panel for examining closure contents during debugging.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about memory leaks caused by unintentional retention of large variables.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how closures can affect garbage collection and how to mitigate overhead by limiting scope exposure.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Event Loop Internals and Asynchronous Scheduling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the event loop concepts, including call stack, macrotasks, microtasks, and the order of asynchronous execution.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Call stack executes synchronous code sequentially until empty.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Macrotasks (e.g. setTimeout, I/O) enter a queue processed between rendering frames.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(e.g. Promise callbacks) have priority, executed immediately after current task before next macrotask.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Understanding micro/macro task order prevents subtle bugs and race conditions in async code.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Example: Async await uses microtasks internally to optimize asynchronous steps.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Performance tab in DevTools to profile event loop blocking and responsiveness issues.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event loop with call stack, task queue, and microtask queue interactions.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Precise knowledge of event loop internals allows writing predictable, performant asynchronous frontend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call stack as the execution context for synchronous code.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Clarify the difference between macrotasks (timers, I/O) and microtasks (Promises, mutation observers).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Stress that microtasks run immediately after the current task, before rendering or the next macrotask.</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Use the understanding of this order to explain subtle bugs caused by misunderstanding async execution.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Point out how async/await uses microtasks internally for efficient asynchronous steps.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Suggest using DevTools Performance tab to profile UI responsiveness and detect event loop blocking.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7</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Effective Use of Promises and Async/Await in Error Handling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 robust asynchronous JS flows applying promise chaining and async/await syntax with proper error management.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represent eventual completion or failure of async operations with states: pending, fulfilled, rejected.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Chain promises with .then() and handle errors with .catch() to propagate failures cleanly.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Async/await simplifies chaining by making code appear synchronous while preserving asynchrony.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wrap await calls in try/catch to handle and log runtime exceptions.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mixing callback-style and promise-based code to reduce complexity and bugs.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every awaited async call returns correctly; failing to await can cause race conditions and silent errors.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example illustrating async function with try/catch around await calls for fetch operation.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promises and async/await with comprehensive error handling leads to reliable, maintainable asynchronous frontend modules.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Describe Promises as abstractions for async operations, highlighting states and transitions.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chaining with then() and centralized error handling with catch().</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 how async/await syntax unwraps promises making asynchronous code look synchronous.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Emphasize wrapping await calls in try/catch to capture runtime and network errors gracefully.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against mixing callback-based code with promises to avoid complexity.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Note the criticality of awaiting every async call to avoid race conditions or silent failures.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Provide example of a robust fetch operation with error handling.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8</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Integrating CSS Grid, Flexbox, and Semantic HTML for Responsive UI</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Combine semantic markup with CSS Grid and Flexbox for accessible, robust responsive layouts and maintainable codebases.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semantic elements as structural anchors for CSS Grid areas and Flexbox containers.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grid-template-areas aligned with section and article tags for intuitive correspondence.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Flexbox for internal alignment of UI components within grid cells, such as navbars or buttons.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Modularize CSS with BEM naming to target semantic elements clearly.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Progressive enhancement: deliver semantic HTML first, then layer CSS for layout and behavior.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accessibility with screen readers to verify navigation landmarks remain meaningful post styling.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page with grid layout overlay highlighting semantic tags matched to grid areas.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Strategic integration of semantic HTML and advanced CSS techniques crafts flexible, user-centered frontend interfaces.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how semantic elements serve as reliable anchors for CSS Grid areas.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workflow: defining grid-template-areas that correspond with section/article tag roles.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Use Flexbox inside grid cells to align components like buttons or navbar items precisely.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modular CSS practices (like BEM) to make targeting semantic blocks straightforward.</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Stress progressive enhancement: start with semantic HTML, then layer grid and flex styling.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Recommend accessibility testing post-styling to verify landmarks and reading order remain intact.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9</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Debugging CSS Layouts: Tools and Techniques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Employ browser DevTools and CSS techniques to diagnose and fix layout issues with Flexbox and Grid.</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Elements panel to toggle CSS properties and isolate problematic rules.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Enable grid and flexbox overlays in Chrome/Firefox to visualize track boundaries and alignment.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Inspect computed styles to identify conflicting display or sizing properties.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margin collapse and default align-items affecting flex children.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box-sizing:border-box to simplify size calculations and prevent overflow.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devtools layering and z-index inspection when visual stacking issues occur.</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Chrome DevTools showing CSS Grid overlays on a webpage.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Robust debugging relies on deep familiarity with DevTools layout visualization and CSS property interplay.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Walk through the Elements panel for toggling and isolating CSS rules to identify issues.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 how to enable Flexbox and Grid overlays in Chrome or Firefox to visualize track and alignment boundaries.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the importance of inspecting computed styles, especially display and box-sizing.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common layout pitfalls like margin collapse and effects of default align-items.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Recommend applying box-sizing:border-box universally to simplify sizing calculations.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Advocate use of DevTools z-index inspection to debug stacking contexts and layering issues.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10</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Best Practices for Modular Frontend Code and Testing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Design maintainable frontend architecture with modular CSS/JS and testability for scalable projects.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BEM or CSS-in-JS approaches (e.g., styled-components) for isolating styles to components.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ES6 imports/exports to modularize functionality, enabling lazy loading and better build tooling.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Write idempotent JavaScript functions with minimal side effects for easier unit testing.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dependency injection to decouple code and simplify mocks.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 accessibility and performance audits via Lighthouse integration in CI pipelines.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Document interface contracts clearly for collaboration and future maintenance.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modular components exchanging props with scoped styles and isolated tests.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Discipline in modular coding and testing ensures your frontend remains robust and extensible over time.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modular CSS approaches: BEM, CSS Modules, CSS-in-JS (styled-components), emphasizing style scoping.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ES6 module import/export for JS modularization supporting lazy loading and build optimization.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Advocate writing idempotent pure functions for easier unit testing and predictability.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dependency injection pattern to decouple components and mock dependencies in tests.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Showcase automated accessibility and performance audits using Lighthouse integration in CI pipelines.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thorough documentation of interfaces/contracts for maintainable teamwork.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Frontend Web Technologies: HTML, CSS, and JavaScript Essentials</dc:title>
  <dc:subject>This module will solidify Sooraj's foundational expertise in essential frontend technologies by deep-diving into HTML5 semantics, modern CSS techniques including Flexbox and Grid, and advanced JavaScript concepts like asynchronous programming, closures, and ES6+ features. The course includes practical exercises to build responsive, accessible, and highly interactive web interfaces integrating these skills.</dc:subject>
  <dc:creator>Rellax</dc:creator>
  <cp:lastModifiedBy>Rellax</cp:lastModifiedBy>
  <cp:revision>1</cp:revision>
  <dcterms:created xsi:type="dcterms:W3CDTF">2026-03-21T09:26:17Z</dcterms:created>
  <dcterms:modified xsi:type="dcterms:W3CDTF">2026-03-21T09:26:17Z</dcterms:modified>
</cp:coreProperties>
</file>