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 nuanced API design elements that impact frontend integration and performance.
[Takeaway]
An intimate understanding of REST API design nuances enables frontend engineers to build resilient and adaptive clients that handle backend constraints elegantly.
[Speaker Notes]
Start by emphasizing how deep knowledge of API design impacts frontend development. Highlight that cursor-based pagination isn't just a fancy feature—it's crucial for consistency when data changes frequently, as offset pagination can skip or repeat items unexpectedly. Explain how stateful cursors use opaque tokens to securely maintain position, preventing client guesswork. Discuss versioning strategies that help maintain backward compatibility; frontends should detect deprecations and adapt gracefully to avoid breaking changes. Stress proactive rate limiting handling by parsing standard headers, enabling exponential backoff to preserve user experience without hammering the server. Finally, underline the importance of unified error schema for streamlined UI error handling. Point out how strict adherence to backend conventions for filters and sorts prevents subtle bugs and inconsistencies.
[Narration]
Hey, Sudarshan, when working with RESTful APIs, mastering nuanced design elements is key to building resilient frontends. Cursor-based pagination avoids offset’s pitfalls by using opaque tokens to maintain consistent data views, especially with large, dynamic datasets. Versioning APIs via URL paths or headers ensures your client gracefully adapts as backend evolves, preventing sudden breaks. Proactively handling rate limits using headers like X-RateLimit-Remaining lets your app back off smoothly rather than bombarding servers. Consistent error response formats enable centralized error handling, improving UI clarity. And strict filter and sort parameter construction avoids bugs and mismatched data. Understanding these subtleties helps you build adaptive, robust clients that work harmoniously with backend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Deeply understand the event loop, macrotasks, and microtasks to optimize async code behavior and debugging.
[Takeaway]
Mastering the event loop and microtasks is critical for writing performant asynchronous code and diagnosing subtle timing bugs.
[Speaker Notes]
Explain the single-threaded nature of JavaScript and how the event loop manages asynchrony. Clarify the difference between macrotasks—which include timers and I/O events—and microtasks, which are mostly promise callbacks. Stress how microtasks execute immediately after a macrotask, before the next rendering phase, which developers can leverage for batching UI updates. Warn about the risk of microtask starvation where endlessly scheduling microtasks blocks rendering entirely, leading to freezes. Dive into debugging tips: using Chrome DevTools’ Async call stacks and breakpoints inside microtasks to trace order execution precisely, which is crucial for diagnosing timing and ordering bugs in async code.
[Narration]
Understanding the event loop is vital for writing efficient asynchronous code. The event loop processes macrotasks like setTimeout and I/O events one by one, but immediately after each macrotask, it drains the microtask queue where promise callbacks and async/await continuations run. This means microtasks always run before the browser repaints, which you can leverage to batch UI updates efficiently. However, endless microtask scheduling can starve the event loop and freeze the UI—so avoid infinite loops in microtask chains. This model helps explain puzzling timing bugs, like why a promise resolves after a UI update. Tools like Chrome’s Async call stacks and microtask breakpoints are invaluable for tracing the true call order and debugging such tricky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Build robust asynchronous control flows using Promise combinators and error handling best practices.
[Takeaway]
Choosing the right Promise combinator improves performance and resilience by aligning with operation dependencies and failure modes.
[Speaker Notes]
Discuss the differences and tradeoffs of Promise combinators. Illustrate how Promise.all is efficient for parallel requests but rejects on the first error, so a single failure aborts the batch. Contrast that with Promise.allSettled, which gathers all results regardless of outcome, enabling fault-tolerant batch operations where partial success is acceptable. Show how Promise.race can be used to implement timeouts by racing requests against timer promises and emphasize cleaning up resources afterward. Introduce Promise.any for fallback logic, where the first successful response suffices. Highlight best practices for chaining dependent async calls sequentially with try/catch or async/await to manage error flow with retries if needed.
[Narration]
Combining Promises thoughtfully can make your async flows both performant and resilient. Use Promise.all when you need all concurrent requests to succeed—ideal for tightly coupled data fetching—keeping in mind it aborts early on any failure, so catch errors globally. Promise.allSettled lets you gather each result regardless of success, perfect for fault-tolerant batch jobs that tolerate partial failures. To impose timeouts, Promise.race pits requests against timer promises, though always clean up your requests afterward to avoid leaks. Promise.any is great for fallback strategies: it resolves as soon as the first request succeeds. For dependent operations, chain promises or use async/await with try/catch blocks to control error propagation and enable retries when necessary. Picking the right combinator aligns with your operation’s dependency and fault tolerance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Write cleaner async code that maximizes concurrency while maintaining robust error handling.
[Takeaway]
Optimally combining async/await syntax with concurrency patterns improves frontend app responsiveness and reliability.
[Speaker Notes]
Clarify a common pitfall: sequential awaits inside loops can serialize operations that can run in parallel, wasting precious time. Recommend mapping async calls into an array and using Promise.all to execute them concurrently while preserving readable async/await syntax. Stress the importance of enclosing await expressions with try/catch or using error-handling wrappers to catch async errors explicitly, preventing silent failures that are hard to debug. Mention async IIFE usage to enable top-level await in environments without native support. Warn about forgotten awaits leading to unresolved promises or race conditions. Suggest linting rules and IDE checks as guardrails. Finally, propose creating centralized async wrappers or hooks for consistent error logging and user feedback across the app.
[Narration]
Async/await makes your code cleaner, but using it efficiently is vital. Avoid the common trap of awaiting each async call inside loops sequentially; instead, map your async tasks into an array and then await Promise.all to run them concurrently, drastically improving performance. Always wrap each await in try-catch or use dedicated error-handling wrappers to avoid silent rejections that can destabilize your app. When top-level await isn’t supported, async IIFEs come to the rescue for modularizing async logic neatly. Forgotten awaits cause unresolved promises and race conditions, so leverage linters and IDE warnings to catch these early. For complex apps, centralizing async error handling via wrappers or hooks lets you uniformly log errors and provide consistent user feedback—boosting reliability and development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Configure API clients, manage tokens securely, and implement efficient data-fetching strategies in modern React apps.
[Takeaway]
A carefully crafted API client setup alleviates common integration issues and elevates frontend app stability and security.
[Speaker Notes]
Explain how configuring Axios instances with proper baseURL, timeout, and interceptors centralizes token injection and error handling, reducing repetitive code. Stress secure token storage, preferably with HTTP-only SameSite cookies to mitigate XSS risks. When memory storage is needed, demonstrate how interceptor-based silent token refresh flows avoid user disruptions. Highlight modern React data-fetching libs like React Query or SWR that handle caching, deduplication, and revalidation better than naive useEffect calls. Recommend debouncing or throttling input-triggered API calls to balance responsiveness and network load. Share how 401 errors are commonly handled with interceptors that refresh tokens and retry queued requests seamlessly. Emphasize distinguishing network errors from application errors for clear user messages and precise logging.
[Narration]
A solid API client foundation is essential for secure, efficient frontend integration. Start by creating Axios instances configured with your API’s baseURL, sensible timeouts, and interceptors that dynamically attach authorization tokens on each request. Store tokens securely—HTTP-only SameSite cookies are ideal to prevent XSS theft. If tokens reside in memory, implement silent refresh flows within interceptors to renew tokens before expiry without disturbing users. For data fetching, libraries like React Query or SWR outshine basic useEffect by providing caching, deduplication, and automatic revalidation, saving you from reinventing these complex patterns. To reduce request flood from rapid user inputs, debounce or throttle your calls thoughtfully. When a 401 Unauthorized arises, interceptors can trigger a refresh token flow and retry queued requests transparently. Always differentiate network issues from API errors to optimize user feedback and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Ensure reliability of asynchronous code through thorough testing and effective debugging techniques.
[Takeaway]
Comprehensive async testing and debugging practices drastically increase code confidence and reduce bugs in production.
[Speaker Notes]
Detail Jest’s support for async testing using async/await, done callbacks, and utilities like waitFor for deterministically testing promises and async operations. Emphasize the power of msw (Mock Service Worker) for creating realistic, precise API mocks including delayed responses, errors, and unusual edge cases, which are critical for robust tests. Explain the importance of covering failure branches and retry logic to ensure your code gracefully handles adverse scenarios. Stress using browser DevTools Network tab to inspect headers, payloads, response shapes, and timings for debugging real network behavior. Mention integrating logging tools such as Sentry or debug to capture runtime async errors systematically in both development and production. Highlight coverage analysis to ensure your tests cover all async paths and fallback conditions, increasing confidence.
[Narration]
Testing and debugging asynchronous APIs robustly is key to reliability. Jest elegantly supports async tests via async/await, done callbacks, or waitFor utilities, letting you deterministically control async code flows. Pair Jest with msw—Mock Service Worker—to simulate realistic backend interactions, including latency and error conditions, ensuring your frontend behaves correctly under all scenarios. Focus tests on error branches and retry mechanisms to guarantee your app won’t fail silently in unpredictable network environments. For live debugging, browser DevTools’ Network tab lets you inspect request headers, payloads, and response times to trace issues accurately. Integrate logging frameworks like Sentry or debug to capture runtime async errors systematically, enhancing troubleshooting. Finally, maintain high test coverage on all async code paths and fallbacks to boost confidence in your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RESTful API Design: Pagination, Versioning, and Rate Limiting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 nuanced API design elements that impact frontend integration and performance.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Cursor-based pagination avoids problems of offset pagination with data consistency in large datasets; implement stateful cursors with opaque tokens for next page retrieval.</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Version APIs in URL paths (e.g., /v1/users) or Accept headers to maintain backward compatibility; frontend should detect and adapt to version deprecations gracefully.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Rate limiting must be handled proactively: Parse response headers like X-RateLimit-Remaining and Retry-After to implement exponential backoff and avoid unnecessary retries.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Standardize error responses by expecting consistent payload schemas (error code, message, fields) to centralize error handling logic in UI and logs.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Filter and sort query parameters should follow backend conventions strictly; build query helpers to prevent inconsistent parameter formation and frontend bugs.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API design flowchart showing pagination, versioning, and rate limit handling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An intimate understanding of REST API design nuances enables frontend engineers to build resilient and adaptive clients that handle backend constraints elegantly.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Start by emphasizing how deep knowledge of API design impacts frontend development. Highlight that cursor-based pagination isn't just a fancy feature—it's crucial for consistency when data changes frequently, as offset pagination can skip or repeat items unexpectedly. Explain how stateful cursors use opaque tokens to securely maintain position, preventing client guesswork. Discuss versioning strategies that help maintain backward compatibility; frontends should detect deprecations and adapt gracefully to avoid breaking changes. Stress proactive rate limiting handling by parsing standard headers, enabling exponential backoff to preserve user experience without hammering the server. Finally, underline the importance of unified error schema for streamlined UI error handling. Point out how strict adherence to backend conventions for filters and sorts prevents subtle bugs and inconsistencies.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JavaScript Event Loop and Microtask Queue Mechanics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Deeply understand the event loop, macrotasks, and microtasks to optimize async code behavior and debugging.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The event loop processes macrotasks (e.g., setTimeout, I/O events) sequentially and microtasks (promise callbacks, async/await .then) immediately after each macrotask.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Microtasks can starve the event loop by continuously queuing more microtasks, causing UI freezes and blocking rendering—avoid infinite microtask loops.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Promises schedule microtasks, so all .then() callbacks run before the browser repaints; leverage this to batch UI updates efficiently.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Understanding this helps debug issues: e.g., why a promise resolves after a UI update or causes unexpected execution order.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Key debugging: Use Chrome DevTools Async call stacks and set breakpoints inside microtasks to trace actual resolution order.</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event loop phases with microtask and macrotask queues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the event loop and microtasks is critical for writing performant asynchronous code and diagnosing subtle timing bugs.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single-threaded nature of JavaScript and how the event loop manages asynchrony. Clarify the difference between macrotasks—which include timers and I/O events—and microtasks, which are mostly promise callbacks. Stress how microtasks execute immediately after a macrotask, before the next rendering phase, which developers can leverage for batching UI updates. Warn about the risk of microtask starvation where endlessly scheduling microtasks blocks rendering entirely, leading to freezes. Dive into debugging tips: using Chrome DevTools’ Async call stacks and breakpoints inside microtasks to trace order execution precisely, which is crucial for diagnosing timing and ordering bugs in async code.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Promises: Effective Parallelism and Fault-Tolerant Patterns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Build robust asynchronous control flows using Promise combinators and error handling best practices.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Promise.all for concurrent requests when all must succeed; catch rejections globally to prevent unhandled promise rejections.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For fault-tolerant batch operations, use Promise.allSettled to gather all results (resolved or rejected) without early termination.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Promise.race enables request timeouts by competing API calls with a timer promise; always include cleanup to cancel underlying requests if possible.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Promise.any to fulfill with the first successful response, useful in fallback endpoint strategies.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Chain dependent async operations sequentially with .then or async/await inside try/catch for controlled error propagation and retry logic.</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Flowchart showing concurrent and chained promise operations with outcomes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Choosing the right Promise combinator improves performance and resilience by aligning with operation dependencies and failure modes.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the differences and tradeoffs of Promise combinators. Illustrate how Promise.all is efficient for parallel requests but rejects on the first error, so a single failure aborts the batch. Contrast that with Promise.allSettled, which gathers all results regardless of outcome, enabling fault-tolerant batch operations where partial success is acceptable. Show how Promise.race can be used to implement timeouts by racing requests against timer promises and emphasize cleaning up resources afterward. Introduce Promise.any for fallback logic, where the first successful response suffices. Highlight best practices for chaining dependent async calls sequentially with try/catch or async/await to manage error flow with retries if needed.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Async/Await Patterns: Efficient Parallelization and Error Handling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Write cleaner async code that maximizes concurrency while maintaining robust error handling.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sequential awaits inside loops; instead, map async calls into an array and await Promise.all to execute concurrently.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Wrap await expressions in try-catch blocks or utilize helper wrappers to handle errors explicitly and avoid silent failures.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async IIFE (Immediately Invoked Function Expressions) for top-level awaits in modules where supported, or modularize async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forgotten awaits that lead to unresolved promises and race conditions; linters and strict IDE rules help catch these bugs.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For complex error handling, define centralized async wrappers or hooks that log errors and provide user feedback uniformly across calls.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showing parallel async operations with error handling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Optimally combining async/await syntax with concurrency patterns improves frontend app responsiveness and reliability.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Clarify a common pitfall: sequential awaits inside loops can serialize operations that can run in parallel, wasting precious time. Recommend mapping async calls into an array and using Promise.all to execute them concurrently while preserving readable async/await syntax. Stress the importance of enclosing await expressions with try/catch or using error-handling wrappers to catch async errors explicitly, preventing silent failures that are hard to debug. Mention async IIFE usage to enable top-level await in environments without native support. Warn about forgotten awaits leading to unresolved promises or race conditions. Suggest linting rules and IDE checks as guardrails. Finally, propose creating centralized async wrappers or hooks for consistent error logging and user feedback across the app.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API Consumption: Axios Setup, Token Management, and Data Fetching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Configure API clients, manage tokens securely, and implement efficient data-fetching strategies in modern React apps.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 Axios instances with baseURL, timeout, and interceptors to handle authorization tokens dynamically.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Store tokens securely using HTTP-only SameSite cookies; if using memory storage, implement silent token refresh flows in interceptors to avoid user disruption.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 Query or SWR libraries to manage caching, deduplication, and revalidation for API data fetching rather than raw useEffect calls.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Debounce or throttle frequent input-triggered API calls to reduce request volume and improve UX responsiveness.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HTTP 401 errors by interceptor-triggered refresh token flows and queued request retries for seamless authentication handling.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Distinguish network errors (connection issues) from API errors (error codes) to provide accurate, user-friendly feedback and log diagnostics properly.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Axios flow with interceptors, token refresh, and error handling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 carefully crafted API client setup alleviates common integration issues and elevates frontend app stability and security.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how configuring Axios instances with proper baseURL, timeout, and interceptors centralizes token injection and error handling, reducing repetitive code. Stress secure token storage, preferably with HTTP-only SameSite cookies to mitigate XSS risks. When memory storage is needed, demonstrate how interceptor-based silent token refresh flows avoid user disruptions. Highlight modern React data-fetching libs like React Query or SWR that handle caching, deduplication, and revalidation better than naive useEffect calls. Recommend debouncing or throttling input-triggered API calls to balance responsiveness and network load. Share how 401 errors are commonly handled with interceptors that refresh tokens and retry queued requests seamlessly. Emphasize distinguishing network errors from application errors for clear user messages and precise logging.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Testing &amp; Debugging Async APIs: Jest, Mocks, and Network Inspection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Ensure reliability of asynchronous code through thorough testing and effective debugging techniques.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Jest’s async support with async/await syntax, done() callbacks, and waitFor utilities to test promises and async code deterministically.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Mock API interactions with msw (Mock Service Worker) to simulate realistic backend responses including errors, delays, and edge cases.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Write tests covering error branches and retry logic to guarantee robustness in failure scenarios and network fluctuations.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browser DevTools Network tab for inspecting request headers, payloads, response shapes, and timing metrics.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logging libraries like Sentry or debug for capturing and analyzing runtime async errors in development and production.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Perform coverage analysis to confirm all async paths and fallback conditions are exercised during automated tests.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Jest test results alongside mocked API response sample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Comprehensive async testing and debugging practices drastically increase code confidence and reduce bugs in production.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Detail Jest’s support for async testing using async/await, done callbacks, and utilities like waitFor for deterministically testing promises and async operations. Emphasize the power of msw (Mock Service Worker) for creating realistic, precise API mocks including delayed responses, errors, and unusual edge cases, which are critical for robust tests. Explain the importance of covering failure branches and retry logic to ensure your code gracefully handles adverse scenarios. Stress using browser DevTools Network tab to inspect headers, payloads, response shapes, and timings for debugging real network behavior. Mention integrating logging tools such as Sentry or debug to capture runtime async errors systematically in both development and production. Highlight coverage analysis to ensure your tests cover all async paths and fallback conditions, increasing confidence.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RESTful APIs and Asynchronous Programming in JavaScript</dc:title>
  <dc:subject>Focuses on deepening understanding of REST API design, consumption, and async programming patterns including promises, async/await, error handling, and data fetching strategies crucial for seamless frontend-backend integration.</dc:subject>
  <dc:creator>Rellax</dc:creator>
  <cp:lastModifiedBy>Rellax</cp:lastModifiedBy>
  <cp:revision>1</cp:revision>
  <dcterms:created xsi:type="dcterms:W3CDTF">2026-03-21T09:47:58Z</dcterms:created>
  <dcterms:modified xsi:type="dcterms:W3CDTF">2026-03-21T09:47:58Z</dcterms:modified>
</cp:coreProperties>
</file>