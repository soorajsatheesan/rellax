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 how HTML5 semantic elements define document structure for assistive technologies and search engines.
[Takeaway]
Semantic HTML is vital for building accessible, well-structured web pages that SEO engines and assistive tech can accurately interpret, improving usability and search rankings.
[Speaker Notes]
Guide learners on the importance of semantic HTML5 elements in defining clear document structure. Emphasize how native elements inherently carry accessibility landmarks and roles, reducing reliance on ARIA. Highlight common errors such as replacing native interactive elements with divs or spans without complete keyboard support and labeling. Encourage validating HTML and using automated tools like axe-core or Lighthouse to catch issues early.
[Narration]
Hey, Sudarshan, let’s dive into semantic HTML5—where structure meets accessibility and SEO. Using elements like &lt;header&gt;, &lt;nav&gt;, and &lt;main&gt; shapes your document into an outline that both assistive technologies and search engines can understand natively. This implicit landmark system simplifies navigation without extra ARIA clutter. But beware: substituting native controls with generic divs and role attributes breaks keyboard interaction if event handlers aren't comprehensive. Properly linking labels to inputs ensures screen readers announce UI controls correctly. Validating your markup and auditing with tools like Lighthouse helps catch subtle semantic mistakes that could otherwise degrade usability and SEO.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CSS Flexbox and Grid to create flexible, maintainable, and performant responsive layouts.
[Takeaway]
Mastering Flexbox and Grid empowers creating complex, performant layouts that gracefully adapt across devices with manageable code.
[Speaker Notes]
Explain the distinction between Flexbox for one-dimensional layouts and Grid for two-dimensional grids. Cover the importance of using auto-fit and minmax to build flexible, fluid grids. Stress mobile-first design with relative units and media queries, avoiding performance pitfalls from deeply nested selectors or !important overuse. Point out methods to audit and optimize CSS for speed.
[Narration]
Flexbox and Grid are your go-to tools for responsive, maintainable CSS layouts. Flexbox handles one-dimensional flows with properties like flex-grow and justify-content to manage spacing and alignment elegantly. But when your layout needs precise control of rows and columns, CSS Grid excels with grid-template-columns and minmax(), letting grids adapt fluidly to screen sizes using auto-fit. Starting with a mobile-first mindset using rem and percentages makes scaling seamless across devices. Just avoid deep selector nesting or spamming !important, as they bloat CSS and slow rendering. Using DevTools Coverage and performance profiling lets you trim unused styles and optimize selectors for snappy page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Design scalable and maintainable CSS systems using methodologies like BEM and CSS variables for dynamic theming.
[Takeaway]
Structured CSS and theming via custom properties enable consistent, flexible UI styling and ease future design changes.
[Speaker Notes]
Discuss how BEM naming conventions keep specificity low and selectors manageable. Contrast utility-first approaches and advocate mixing them judiciously. Show the powerful theming capabilities unlocked by CSS custom properties defined in :root and overridden with variables. Warn against specificity battles caused by excessive use of !important and deeply nested selectors. Highlight DevTools tricks to live-edit variables and track CSS computations which aid debugging.
[Narration]
Organizing CSS with BEM’s clear Block__Element--Modifier pattern reduces complexity and specificity headaches, maintaining style predictability. Meanwhile, utility-first CSS promotes reuse but mixing too many utility classes can bloat your markup. CSS custom properties revolutionize theming by declaring variables at the :root level — allowing runtime overrides per component or theme variant without stylesheet reloads. Reference these with var() to switch themes dynamically. Be cautious: overusing !important or excessively specific selectors disrupts CSS’s natural cascade, making maintenance painful. Leveraging DevTools to live-edit variables and inspect computed styles accelerates finding and fixing styling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Implement JavaScript features like block scope, arrow functions, destructuring, and modules for cleaner, robust code.
[Takeaway]
ES6+ features enhance code safety, expressiveness, and modularity essential for modern application development and debugging.
[Speaker Notes]
Clarify block scoping benefits of let and const versus var’s pitfalls. Explain how arrow functions bind this lexically, easing event handler and class method code and preventing common context bugs. Destructuring improves readability but must handle undefined inputs safely. Illustrate the modular import/export syntax and its benefits for tree shaking and code clarity. Mention debugging methods such as source maps and Chrome DevTools features.
[Narration]
ES6+ brings huge improvements to JavaScript code safety and readability. Let and const provide block-scoped variables, eliminating var’s hoisting traps and redeclaration bugs. Arrow functions bind their this value from the surrounding scope, perfect for concise event handlers and class methods without losing context. Destructuring assignments let you pull key values from arrays or objects with elegant defaults, but watch out: destructuring undefined causes errors, so always guard your inputs. ES6 modules organize code with named and default exports, enabling tree shaking and cleaner dependencies. For debugging, source maps combined with Chrome DevTools let you set breakpoints, inspect call stacks, and monitor variables right in original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Master async JS mechanisms and event loop to write performant, non-blocking code with proper error handling.
[Takeaway]
Proficiency in asynchronous patterns and event loop behavior is key for reactive, scalable frontend applications.
[Speaker Notes]
Describe Promises and async/await as abstractions over callback async patterns, improving code flow clarity. Deep dive into the event loop architecture: microtasks (Promises) execute before macrotasks (e.g., timers). Emphasize always handling rejected Promises to prevent silent failures. Warn against mixing callbacks with Promises or ignoring concurrency limits that harm performance. Demonstrate using DevTools async breakpoints for debugging event order and flow.
[Narration]
Asynchronous JavaScript unlocks responsive, efficient apps, but mastering it means understanding Promises and the event loop thoroughly. Promises encapsulate async tasks and let you chain then/catch handlers, while async/await syntax clarifies code flow by eliminating nested callbacks. The event loop processes microtasks—like resolved Promises—before macrotasks, influencing UI responsiveness and timing. Neglecting to handle Promise rejections leads to silent errors and potential memory leaks, so always use try/catch or catch() for safety. Mixing old-school callbacks with Promises or lacking concurrency control can bottleneck performance. Chrome DevTools’ async breakpoints and stack traces provide powerful insights to navigate this complexity during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Combine core web technologies for interactive, accessible interfaces with state management and style manipulation.
[Takeaway]
Mastering interplay of HTML, CSS, and JS empowers building dynamic, accessible web interfaces with optimal performance.
[Speaker Notes]
Highlight practical methods for combining the trio effectively: manipulating CSS variables with JS for themes, toggling CSS classes instead of direct style mutations to prevent layout thrashing. Emphasize managing ARIA attributes and keyboard focus dynamically to maintain accessibility as UI changes. Promote event delegation to optimize event listener attachment. Teach debugging interaction issues by inspecting live DOM states and accessibility properties in DevTools.
[Narration]
The magic happens when HTML, CSS, and JavaScript work in harmony to form dynamic, accessible UI. Manipulating CSS custom properties from JavaScript lets you switch themes or adjust layouts at runtime without costly DOM style recalculations. Rather than tweaking styles directly, toggling CSS classes leverages performant CSS transitions for smooth visual states. Keeping accessibility intact means managing ARIA attributes and keyboard focus dynamically as your interface changes, ensuring assistive tools stay in sync. Event delegation minimizes listeners by handling events at container levels, reducing memory overhead. To debug, use Developer Tools to inspect element states, ARIA attributes, and focus behavior live—crucial for ensuring your interface remains accessible and performant.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Structuring for Accessibility and SEO</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 how HTML5 semantic elements define document structure for assistive technologies and search engines.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semantic tags like &lt;header&gt;, &lt;nav&gt;, &lt;main&gt;, &lt;section&gt;, &lt;article&gt;, and &lt;footer&gt; to build meaningful layouts that form a document outline.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implicit landmark roles assigned by semantic elements to improve keyboard navigation and screen reader experience without extra ARIA.</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common pitfalls like replacing native controls with non-semantic elements (e.g., divs with role='button') without proper keyboard handling.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proper labeling of interactive elements using native attributes (e.g., &lt;label for='id'&gt;) to enhance accessibility naturally.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Validate HTML for errors and run automated audits (Lighthouse, axe-core) to detect semantic and accessibility issues early.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HTML5 semantic elements hierarchy diagram illustrating document outline.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Semantic HTML is vital for building accessible, well-structured web pages that SEO engines and assistive tech can accurately interpret, improving usability and search rankings.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Guide learners on the importance of semantic HTML5 elements in defining clear document structure. Emphasize how native elements inherently carry accessibility landmarks and roles, reducing reliance on ARIA. Highlight common errors such as replacing native interactive elements with divs or spans without complete keyboard support and labeling. Encourage validating HTML and using automated tools like axe-core or Lighthouse to catch issues early.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Modern CSS3 Layouts: Flexbox and Grid for Responsive Design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CSS Flexbox and Grid to create flexible, maintainable, and performant responsive layouts.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Flexbox manages one-dimensional layouts; key properties include flex-grow, justify-content, and align-items for alignment and spacing.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CSS Grid controls two-dimensional layouts with precise row and column definition using grid-template-columns and grid-template-rows.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CSS Grid with auto-fit and minmax() to build fluid responsive grids adapting to viewport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Prefer mobile-first approach with relative units (rem, %) and media queries for scaling styles effectively.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deep selector nesting and overusing !important; overly complex selectors slow rendering and hamper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DevTools coverage and performance profiles to identify unused CSS and expensive selectors undermining page speed.</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Responsive grid dashboard layout showing auto-fit and minmax in action.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Flexbox and Grid empowers creating complex, performant layouts that gracefully adapt across devices with manageable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distinction between Flexbox for one-dimensional layouts and Grid for two-dimensional grids. Cover the importance of using auto-fit and minmax to build flexible, fluid grids. Stress mobile-first design with relative units and media queries, avoiding performance pitfalls from deeply nested selectors or !important overuse. Point out methods to audit and optimize CSS for speed.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Architecture and Theming with Custom Properties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Design scalable and maintainable CSS systems using methodologies like BEM and CSS variables for dynamic theming.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BEM (Block__Element--Modifier) enforces readable, composable class naming reducing selector specificity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Utility-first CSS balances readability and reuse; judiciously mix semantic and utility classes to avoid markup bloat.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CSS custom properties (variables) at :root for global theming and override for component-level customization.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var() function to reference variables, enabling runtime theme switching without stylesheet reloads.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excessive CSS specificity and !important which break cascading logic, hindering overrides and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with browser DevTools for live editing variables and tracing computed styles to detect overrides.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Example of CSS variables usage in theming with cascading effect visualized.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Structured CSS and theming via custom properties enable consistent, flexible UI styling and ease future design changes.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how BEM naming conventions keep specificity low and selectors manageable. Contrast utility-first approaches and advocate mixing them judiciously. Show the powerful theming capabilities unlocked by CSS custom properties defined in :root and overridden with variables. Warn against specificity battles caused by excessive use of !important and deeply nested selectors. Highlight DevTools tricks to live-edit variables and track CSS computations which aid debugging.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Modern JavaScript ES6+: Scope, Functions, and Modules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Implement JavaScript features like block scope, arrow functions, destructuring, and modules for cleaner, robust code.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let and const for block-scoped variables to prevent hoisting and redeclaration bugs associated with var.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bind lexical this, simplifying event handlers and class methods while preventing context loss.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Destructuring assignments streamline extracting values from objects and arrays with default parameter fallbacks.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Utilize ES6 modules with named and default exports to organize code, enable tree shaking, and clarify dependencies.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Recognize pitfalls: arrow functions can't be constructors, destructuring undefined values crashes, always handle Promise rejections.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source maps and Chrome DevTools debugging with breakpoints, call stacks, and watch expressions for efficient troubleshooting.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JavaScript ES6 syntax illustration showing destructuring and arrow functions.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ES6+ features enhance code safety, expressiveness, and modularity essential for modern application development and debugging.</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Clarify block scoping benefits of let and const versus var’s pitfalls. Explain how arrow functions bind this lexically, easing event handler and class method code and preventing common context bugs. Destructuring improves readability but must handle undefined inputs safely. Illustrate the modular import/export syntax and its benefits for tree shaking and code clarity. Mention debugging methods such as source maps and Chrome DevTools features.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Asynchronous JavaScript: Promises, async/await, and Event Loop</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Master async JS mechanisms and event loop to write performant, non-blocking code with proper error handling.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encapsulate async operations; chain with then/catch or use async/await syntax for clearer code 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Understanding microtasks (Promises) vs macrotasks (setTimeout, events) in the event loop explains timing and UI responsiveness.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handle Promise rejections using try/catch with async functions or catch() to avoid silent failures and memory leaks.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anti-patterns like mixing callbacks with Promises or neglecting concurrency limits causing performance bottlenecks.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async code with async stack traces and Chrome DevTools async breakpoints to trace execution flow.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event delegation for dynamic elements to reduce memory usage and improve event handling robustness.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JavaScript event loop showing call stack, task queue, and microtask queue.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Proficiency in asynchronous patterns and event loop behavior is key for reactive, scalable frontend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Describe Promises and async/await as abstractions over callback async patterns, improving code flow clarity. Deep dive into the event loop architecture: microtasks (Promises) execute before macrotasks (e.g., timers). Emphasize always handling rejected Promises to prevent silent failures. Warn against mixing callbacks with Promises or ignoring concurrency limits that harm performance. Demonstrate using DevTools async breakpoints for debugging event order and flow.</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Integrating HTML, CSS, and JS: Dynamic UI and Accessibility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Combine core web technologies for interactive, accessible interfaces with state management and style manipulation.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Manipulate CSS custom properties via JavaScript to implement runtime theming or responsive adjustments efficiently.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JS to toggle CSS classes for UI states, leveraging CSS transitions and animations for smooth user experience.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ARIA attributes and keyboard focus dynamically in JavaScript to maintain accessibility during UI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Apply event delegation patterns to handle events on dynamic elements without attaching numerous listeners.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direct style mutations; prefer class toggling and CSS variables to reduce excessive reflows and repaints.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interaction issues by inspecting live DOM, ARIA attribute states, and focus behavior in Developer Tools Accessibility pane.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example showing JS toggling CSS classes and ARIA attributes for accessibility.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interplay of HTML, CSS, and JS empowers building dynamic, accessible web interfaces with optimal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practical methods for combining the trio effectively: manipulating CSS variables with JS for themes, toggling CSS classes instead of direct style mutations to prevent layout thrashing. Emphasize managing ARIA attributes and keyboard focus dynamically to maintain accessibility as UI changes. Promote event delegation to optimize event listener attachment. Teach debugging interaction issues by inspecting live DOM states and accessibility properties in DevTools.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Web Technologies: HTML5, CSS3, and Modern JavaScript Essentials</dc:title>
  <dc:subject>This module strengthens Sudarshan's foundational skills in HTML, CSS, and vanilla JavaScript with an emphasis on semantic markup, accessibility best practices, responsive design, and ES6+ features that are critical for modern frontend development.</dc:subject>
  <dc:creator>Rellax</dc:creator>
  <cp:lastModifiedBy>Rellax</cp:lastModifiedBy>
  <cp:revision>1</cp:revision>
  <dcterms:created xsi:type="dcterms:W3CDTF">2026-03-21T09:43:40Z</dcterms:created>
  <dcterms:modified xsi:type="dcterms:W3CDTF">2026-03-21T09:43:40Z</dcterms:modified>
</cp:coreProperties>
</file>