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Understand how Git stores and manages frontend code snapshots for efficient version control
[Takeaway]
Mastering Git internals lets frontend engineers precisely manage staged changes, improving commit clarity and team collaboration.
[Speaker Notes]
Explain to Sudarshan that Git stores data fundamentally as snapshots rather than diffs, which means each commit captures the entire state of the project at that moment. Dive into how blobs hold file contents like CSS or JSX, trees organize these blobs reflecting folder structures, and commits link to these trees with metadata like author and timestamps. Highlight the role of the index as a staging area that allows selectively preparing changes, which is crucial in frontend work when isolating style changes from JS logic. Emphasize caution around HEAD pointer manipulation during complex workflows like rebasing to avoid unwanted data loss.
[Narration]
Hey, Sudarshan, let's demystify what happens under the hood in Git when managing frontend projects. Git stores data as complete snapshots, not mere diffs. Each commit encapsulates your entire codebase state via an object model composed of blobs for file contents, trees representing directories, and commit objects tying it all together with metadata. This lets you stage changes precisely; for example, you might stage only CSS updates separately from JavaScript tweaks using the index, or staging area. Understanding these internals empowers you to use commands like 'git add -p' effectively, keeping your commits clean and meaningful while safeguarding your uncommitted UI work by handling HEAD correctly during rebases or resets.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Implementing effective branching models that support isolated frontend feature development and multi-environment deployment
[Takeaway]
A clear, frontend-centric branching model supports simultaneous UI improvements and robust environment alignment for smoother releases.
[Speaker Notes]
Explain how adopting short-lived, descriptive feature branches isolates frontend work and helps manage complex UI iterations without blocking teammates. Detail an adapted GitFlow model where 'master' is always stable and 'develop' integrates upcoming features, spotlighting the roles of release and hotfix branches in frontend deployment cycles. Connect these branches explicitly to deployment environments — 'develop' auto-deploys to dev, 'release' targets staging, and 'master' serves production — underlying how this workflow facilitates parallel testing and reliable rollouts aligned with React or Next.js app updates.
[Narration]
To efficiently handle frontend changes, you want a branching strategy that matches the dynamic nature of UI work. Adopt short-lived feature branches with clear names—think 'feature/login-modal'—to isolate your UI updates. An adapted GitFlow approach keeps 'master' pristine and deployable, with 'develop' as the playground for next releases. Feature branches spring from 'develop' and merge back once polished. Release branches help stabilize the UI with vital bug fixes before launch, while hotfix branches patch critical issues directly on 'master.' Mapping these branches to deployment environments enables simultaneous testing—'develop' ships to dev servers, 'release' to staging, and 'master' handles production—streamlining your React or Next.js rollout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Employ merging and rebasing appropriately to manage frontend code integration and history
[Takeaway]
Understand when to merge vs. rebase to keep a readable, conflict-minimized commit history supporting efficient frontend teamwork.
[Speaker Notes]
Clarify the core difference: merges preserve the full commit graph including merges, which is great for shared branches to maintain history context, while rebasing rewrites history to create a linear, cleaner commit timeline, beneficial for feature branches. Advise rebasing frequently onto 'develop' to reduce conflicts and keep your feature branch updated, but caution against rebasing any branches others share to avoid complex force pushes. Highlight the importance of carefully resolving JSX and CSS conflicts during rebases and balancing merging stable branches for team visibility with rebasing to keep histories tidy locally.
[Narration]
Balancing when to merge or rebase is key to a clean and team-friendly frontend history. Merges create explicit merge commits preserving the full graph, which is excellent for shared branches like 'develop' or 'master' as they document integration points clearly. Rebasing, on the other hand, rewrites your feature branch's commits onto the latest base, producing a neat, linear history that’s easier to read and bisect. Ideally, rebase your feature branch onto 'develop' often—say after a 'git fetch'—to minimize merge conflicts. But avoid rebasing shared branches others work on, as that risks conflicts and force pushes that complicate collaboration. When conflicts arise, especially in JSX or CSS, resolve them carefully and test the UI to keep your apps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Techniques and pitfalls when resolving complex Git conflicts involving React, CSS, and assets
[Takeaway]
Systematic conflict resolution combined with testing prevents integration bugs and UI regressions in frontend merges.
[Speaker Notes]
Focus on typical conflict hotspots in frontend projects: CSS files where overlapping class edits cause conflicts, JSX markup with concurrent UI tweaks, and shared React props or state logic. Demonstrate using 'git status' and 'git diff' to localize conflicts and employing IDEs like VSCode for syntax-highlighted merge resolution, which simplifies understanding JSX or CSS changes. Stress the critical step of testing UI thoroughly—unit tests, component boundary checks—after conflict resolution to avoid regressions. Warn against committing build outputs or lockfiles that can bloat conflict pain. Suggest refactoring large components and using feature toggles to isolate unstable UI areas to reduce conflict complexity.
[Narration]
Merge conflicts are inevitable in active frontend codebases, especially with overlapping CSS classes, JSX markup edits, or React state changes happening concurrently. To tackle conflicts effectively, start with 'git status' and 'git diff' to pinpoint the exact problematic regions. Leverage IDEs like VSCode that highlight JSX and CSS syntax directly inside conflict markers—this visual aid dramatically clarifies what changed where. After carefully resolving conflicts, never skip thorough UI testing; run your component tests and verify props and state flows to catch any regressions early. Also, avoid committing generated build outputs or lock files, which often cause spurious conflicts. For large or frequently conflicting components, consider breaking them into smaller parts or enable feature flags to isolate unstable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Best practices to make GitHub pull requests effective for frontend UI improvement and collaboration
[Takeaway]
Structured PRs and disciplined reviews guard frontend UI quality and enhance collaborative efficiency.
[Speaker Notes]
Explain the importance of small, focused pull requests—each addressing a single feature or fix—for easier, quicker reviews and bug tracking. Encourage embedding UI evidence like screenshots or gifs to provide immediate visual context. Stress linking to Jira tickets or design documents for clarity on UI/UX intent. Describe enforcing peer reviews and using branch protection rules to maintain quality. Highlight how labels and draft PRs communicate the development status and purpose, and recommend adding checklist items covering UI correctness, accessibility, and performance considerations like lazy loading and code splitting within reviews to elevate frontend quality.
[Narration]
Pull requests are your team’s microscope for code quality and UI consistency. Aim to keep your PRs small and focused, tackling one feature or bug at a time, which makes reviews faster and less error-prone. Always include screenshots or short GIFs showcasing the UI impact—visual context helps reviewers understand changes beyond code. Link PRs to related Jira tickets or design specs to maintain alignment on user experience goals. Enforce mandatory peer reviews and use branch protection rules to catch issues early. Utilize GitHub labels to signal PR intent and draft status to communicate work progress. Integrate review checklists that probe UI correctness, accessibility standards, and performance optimizations like lazy loading or code splitting to polish frontend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Automate testing, building, and deployment workflows triggered by Git events to boost frontend delivery speed and reliability
[Takeaway]
Tightly coupling Git workflows with CI/CD automations delivers faster, safer frontend updates aligned with team Git processes.
[Speaker Notes]
Detail how continuous integration automatically runs your suite of frontend unit tests with Jest, enforces code style with ESLint and Stylelint, and builds your project whenever PRs are created or updated. Explain automated deploys from 'develop' to development servers for rapid frontend feedback loops, and 'master' deployments for production, ensuring consistent delivery. Stress importance of securely managing environment secrets, injecting API keys and config only during build stages to protect sensitive data. Discuss how conditional builds facilitate feature toggles, allowing safe incremental rollout of UI features. Summarize how automation reduces human errors, accelerates feedback, and maintains stable frontend deployments aligned with Git workflows.
[Narration]
Automating your testing and deployment pipeline is crucial for fast, reliable frontend releases. Configure your CI to run unit tests with Jest, enforce linting rules via ESLint and Stylelint, and build your app automatically on every PR creation or update. This ensures you catch issues early before merging. Set up automatic deployments from 'develop' branches to your development servers so your team can test new UI changes instantly. After merging to 'master,' trigger production deployments to keep users on the latest stable code. Protect API keys and environment variables by securely injecting them during builds in CI, avoiding exposure in your repo. Support feature toggles by enabling conditional builds, which help you roll out features safely and incrementally. This seamless integration ties your Git workflow to deployment, improving quality and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Git Internals: Object Model &amp; Data Flow in Frontend Projects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Understand how Git stores and manages frontend code snapshots for efficient version control</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Git stores data as complete snapshots, not diffs — each commit is a tree of blob (file content) and tree (directory) objects plus metadata commit objects.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Blobs hold file contents; trees index blobs and subtrees reflecting filesystem hierarchy, enabling partial staging (e.g., just CSS changes).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The index (staging area) is a key intermediary to selectively stage frontend changes before committing, crucial for isolating UI fixes from logic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HEAD points to current branch tip, and must be manipulated cautiously during rebasing or resets to avoid losing uncommitted UI work.</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Knowing object model enables fine control over git commands like `git add -p`, partial staging UI changes like CSS vs JS efficiently for cleaner commits.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Illustration of Git object types and snapshot flow: blob, tree, commit, index, HEAD.</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Git internals lets frontend engineers precisely manage staged changes, improving commit clarity and team collaboration.</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to Sudarshan that Git stores data fundamentally as snapshots rather than diffs, which means each commit captures the entire state of the project at that moment. Dive into how blobs hold file contents like CSS or JSX, trees organize these blobs reflecting folder structures, and commits link to these trees with metadata like author and timestamps. Highlight the role of the index as a staging area that allows selectively preparing changes, which is crucial in frontend work when isolating style changes from JS logic. Emphasize caution around HEAD pointer manipulation during complex workflows like rebasing to avoid unwanted data loss.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Tailored Branching Strategies for Frontend Workflow</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Implementing effective branching models that support isolated frontend feature development and multi-environment deployment</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Adopt short-lived feature branches named descriptively, e.g. `feature/login-modal`, to isolate UI changes without blocking team progress.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Adapt GitFlow: `master` branch remains stable and deployable with no direct commits; `develop` integrates next-release frontend features.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Feature branches branch from `develop` and merge back post-completion; release branches stabilize UI with final bug fixes before deployment.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Hotfix branches allow critical fixes on `master` merged back into `develop` ensuring quick resolution without disrupting in-progress work.</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Map Git branches to deployment environments: `develop` auto-deploys to dev server, `release` targets staging to test UI comprehensively, and `master` for production.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This branching map enables parallel frontend testing and smooth rollout pipelines supporting React/Next.js iterative changes.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Branch tree diagram showing master, develop, feature, release, and hotfix branches with environment mappings.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 clear, frontend-centric branching model supports simultaneous UI improvements and robust environment alignment for smoother releases.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how adopting short-lived, descriptive feature branches isolates frontend work and helps manage complex UI iterations without blocking teammates. Detail an adapted GitFlow model where 'master' is always stable and 'develop' integrates upcoming features, spotlighting the roles of release and hotfix branches in frontend deployment cycles. Connect these branches explicitly to deployment environments — 'develop' auto-deploys to dev, 'release' targets staging, and 'master' serves production — underlying how this workflow facilitates parallel testing and reliable rollouts aligned with React or Next.js app updates.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Merging vs Rebasing: Maintaining Clean &amp; Collaborative Frontend History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Employ merging and rebasing appropriately to manage frontend code integration and history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Merging preserves full commit history by creating explicit merge commits, ideal for shared branches like `develop` and `master`.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Rebasing rewrites commits onto a new base, producing a linear history ideal for feature branches by avoiding cluttered merge commits.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 practice, rebase your feature branch onto latest `develop` frequently to minimize conflicts, e.g., `git fetch` then `git rebase origin/develop`.</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rebasing branches others are using to prevent divergent histories and complicated force pushes.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During rebase conflicts, resolve JSX, CSS, or TypeScript conflicts carefully and test UI to catch regressions before continuing.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Mix rebasing to keep clean local history with merging stable branches for team visibility and safe collaboration.</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Side-by-side visual comparison of merge commit graph vs linear rebased commit graph.</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Understand when to merge vs. rebase to keep a readable, conflict-minimized commit history supporting efficient frontend teamwork.</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Clarify the core difference: merges preserve the full commit graph including merges, which is great for shared branches to maintain history context, while rebasing rewrites history to create a linear, cleaner commit timeline, beneficial for feature branches. Advise rebasing frequently onto 'develop' to reduce conflicts and keep your feature branch updated, but caution against rebasing any branches others share to avoid complex force pushes. Highlight the importance of carefully resolving JSX and CSS conflicts during rebases and balancing merging stable branches for team visibility with rebasing to keep histories tidy locally.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Resolving Merge Conflicts in Frontend Codebases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Techniques and pitfalls when resolving complex Git conflicts involving React, CSS, and assets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Common conflicts arise in CSS files (overlapping classes), JSX markup, and React state/props changes edited concurrently.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`git status` &amp; `git diff` to pinpoint conflict regions; IDEs like VSCode with JSX/CSS syntax help visualize conflicts effectively.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After resolving conflicts in files like `App.tsx`, always run UI tests and component boundaries checks to detect regressions.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committing build outputs or lock files to reduce unnecessary conflict sources.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Large conflicting components benefit from refactoring into smaller units or featuring feature toggles to isolate instability.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Never accept conflict markers blindly; understand conflicting changes contextually to choose correct code and avoid broken UI or logic.</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a VSCode merge conflict resolution window highlighting JSX conflicts.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Systematic conflict resolution combined with testing prevents integration bugs and UI regressions in frontend merges.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Focus on typical conflict hotspots in frontend projects: CSS files where overlapping class edits cause conflicts, JSX markup with concurrent UI tweaks, and shared React props or state logic. Demonstrate using 'git status' and 'git diff' to localize conflicts and employing IDEs like VSCode for syntax-highlighted merge resolution, which simplifies understanding JSX or CSS changes. Stress the critical step of testing UI thoroughly—unit tests, component boundary checks—after conflict resolution to avoid regressions. Warn against committing build outputs or lockfiles that can bloat conflict pain. Suggest refactoring large components and using feature toggles to isolate unstable UI areas to reduce conflict complexity.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Pull Requests &amp; Code Reviews: Ensuring UI Quality and Team Alignment</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Best practices to make GitHub pull requests effective for frontend UI improvement and collaboration</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Create small, focused PRs each addressing a single feature or fix, facilitating easier reviews and faster merges.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Include screenshots or short gifs demonstrating UI changes within PR descriptions to visually convey frontend impacts.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Link PRs to relevant Jira or design documents ensuring context and alignment on UI/UX goals.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Enforce peer review with at least one approval and use branch protection rules to require status checks before merge.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GitHub labels like `feature`, `bugfix`, `refactor`, and draft PRs to communicate work status and purpose clearly.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review checklists including UI correctness, accessibility, and performance implications such as lazy loading or splitting.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a GitHub pull request showing code diffs and embedded UI screenshots.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Structured PRs and disciplined reviews guard frontend UI quality and enhance collaborative efficiency.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importance of small, focused pull requests—each addressing a single feature or fix—for easier, quicker reviews and bug tracking. Encourage embedding UI evidence like screenshots or gifs to provide immediate visual context. Stress linking to Jira tickets or design documents for clarity on UI/UX intent. Describe enforcing peer reviews and using branch protection rules to maintain quality. Highlight how labels and draft PRs communicate the development status and purpose, and recommend adding checklist items covering UI correctness, accessibility, and performance considerations like lazy loading and code splitting within reviews to elevate frontend quality.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Integrating Git with CI/CD Pipelines for Frontend Deployment</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Automate testing, building, and deployment workflows triggered by Git events to boost frontend delivery speed and reliability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Configure CI to run frontend unit tests (Jest), linting (ESLint/Stylelint), and build steps on PR creation and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Deploy from `develop` to development server automatically to enable immediate UI testing and integration feedback.</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After merging to `master`, trigger production deployments to ensure up-to-date, stable user experience.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Securely manage environment variables and API keys via CI tools to inject secrets into build stages without exposing them.</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Support feature toggles with conditional builds enabling staged rollout of new UI features safely.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Automated pipelines reduce human error, accelerate feedback, and maintain consistent frontend app quality across releases.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of Git commit triggering CI build, test, and deployment pipeline for frontend.</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Tightly coupling Git workflows with CI/CD automations delivers faster, safer frontend updates aligned with team Git processes.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Detail how continuous integration automatically runs your suite of frontend unit tests with Jest, enforces code style with ESLint and Stylelint, and builds your project whenever PRs are created or updated. Explain automated deploys from 'develop' to development servers for rapid frontend feedback loops, and 'master' deployments for production, ensuring consistent delivery. Stress importance of securely managing environment secrets, injecting API keys and config only during build stages to protect sensitive data. Discuss how conditional builds facilitate feature toggles, allowing safe incremental rollout of UI features. Summarize how automation reduces human errors, accelerates feedback, and maintains stable frontend deployments aligned with Git workflows.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Git and Version Control Workflows for Frontend Engineers</dc:title>
  <dc:subject>This practical course covers Git fundamentals, branching strategies, resolving conflicts, rebasing, and collaboration workflows like GitFlow tailored for frontend projects to improve version control proficiency and team collaboration.</dc:subject>
  <dc:creator>Rellax</dc:creator>
  <cp:lastModifiedBy>Rellax</cp:lastModifiedBy>
  <cp:revision>1</cp:revision>
  <dcterms:created xsi:type="dcterms:W3CDTF">2026-03-21T09:50:54Z</dcterms:created>
  <dcterms:modified xsi:type="dcterms:W3CDTF">2026-03-21T09:50:54Z</dcterms:modified>
</cp:coreProperties>
</file>