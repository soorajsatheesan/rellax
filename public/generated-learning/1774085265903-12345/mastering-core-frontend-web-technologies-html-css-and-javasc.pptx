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Leveraging semantic elements for meaningful document structure and assistive technology compatibility.
[Takeaway]
Semantic HTML provides a foundational, accessible, and maintainable page structure that improves UX and SEO when applied precisely with native tags and ARIA.
[Speaker Notes]
This slide dives into how semantic HTML5 elements are more than just tags—they communicate meaning directly to browsers, assistive technologies, and search engines. As you use elements like &lt;header&gt;, &lt;nav&gt;, &lt;main&gt;, and others, you’re effectively creating a document outline that screen readers can navigate efficiently. Unlike generic &lt;div&gt; elements, these semantic tags define roles and regions naturally. Using &lt;figure&gt; with &lt;figcaption&gt; tightly couples images with descriptive captions, boosting both SEO and accessibility. However, ARIA roles should be a careful complement, not a substitute for native semantics, to avoid redundancy or confusion by assistive devices. A common pitfall is 'div soup'—overusing &lt;div&gt; without semantic clarity—diluting accessibility and maintainability. Remember, &lt;section&gt; should be used only when logically grouping content under a heading to maintain meaningful document structure, and enforce a single &lt;main&gt; landmark per page to optimize keyboard navigation. In forms, grouping controls with &lt;fieldset&gt; and &lt;legend&gt; offers both visual and semantic context. The key takeaway is that semantic HTML5 isn’t just about clean markup—it’s foundational for creating accessible, SEO-friendly, and maintainable frontend codebases that enhance user experience deeply.
[Narration]
Hey, Sudarshan, let's explore the power of semantic HTML5 in crafting accessible and well-structured web pages. When you use tags like &lt;header&gt;, &lt;nav&gt;, &lt;main&gt;, and &lt;footer&gt;, you're doing more than just marking up content—you’re defining distinct regions of your page's structure. This clarity enables screen readers to navigate effectively, improving accessibility dramatically. For example, wrapping images with &lt;figure&gt; and &lt;figcaption&gt; semantically binds a caption to the image, aiding both SEO and assistive tech comprehension. It's important to avoid relying solely on ARIA roles; native HTML semantics provide the best foundation and ARIA should enhance rather than replace them. One common pitfall is creating 'div soup', using too many generic &lt;div&gt; elements that offer no semantic meaning; this complicates maintainability and accessibility. Also, use &lt;section&gt; only with headings to maintain a logical document outline, and ensure there's only one &lt;main&gt; element per page to help keyboard users orient themselves. For forms, grouping related controls with &lt;fieldset&gt; and &lt;legend&gt; benefits both visual users and assistive technologies. Embracing semantic HTML5 at this level creates a solid, accessible foundation that improves user experience and SEO in a maintainable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Deep dive into CSS Flexbox properties for adaptive one-dimensional layouts with performance considerations.
[Takeaway]
Mastering container and item flex properties allows creation of fluid, performant linear layouts supporting responsive design without media query overuse.
[Speaker Notes]
Focus here on the mechanics of Flexbox, the go-to for one-dimensional layouts—rows or columns—adapting fluidly across screen sizes. When you declare 'display: flex' on a container, you activate a flex formatting context, allowing child items to be laid out along a main axis determined by 'flex-direction'. Properties like 'justify-content' and 'align-items' control alignment along main and cross axes, giving you precise control over spacing and positioning. 'flex-wrap' prevents overflow by enabling wrapping, which is critical for navbars or menus that must accommodate variable width. Each flex item can grow, shrink, or have a base size, controlled by 'flex-grow', 'flex-shrink', and 'flex-basis' respectively, balancing available space dynamically. Beware that without explicit 'min-width', items can shrink too small on narrow screens, impacting legibility—setting appropriate minimum sizes is essential. Debugging Flexbox layouts benefits greatly from browser DevTools that visually annotate flex directions, sizes, and gaps. This mastery lets you create responsive, flexible interfaces without overloading media queries or complex positioning hacks, improving performance and maintainability.
[Narration]
Let's dig into Flexbox mechanics, a powerful CSS layout module essential for building responsive linear designs. Once you apply 'display: flex' to a container, you create a flexible context where child elements are laid out either in rows or columns, controlled by 'flex-direction'. The properties 'justify-content' and 'align-items' are your main tools to align items along the main axis and the cross axis respectively, allowing effects like centering, stretching, or baseline alignment effortlessly. Enabling 'flex-wrap' is crucial to let items wrap onto new lines, preventing overflow especially in navigation bars or toolbars that must scale gracefully. On the individual item level, 'flex-grow', 'flex-shrink', and 'flex-basis' work together to distribute available space: grow lets items expand, shrink contracts them if needed, and basis sets their initial size. A common misstep is neglecting to set 'min-width' or 'min-height' on flex items, which can shrink content to unusable sizes on smaller screens—something to watch for. For troubleshooting, toggle 'display:flex' within Developer Tools and inspect computed flex properties to understand layout issues. By mastering these container and item properties, you can create fluid, performant linear layouts that adapt intuitively as your UI scales across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Harnessing CSS Grid to design complex, scalable grid-based responsive layouts.
[Takeaway]
CSS Grid empowers granular layout precision and complexity, enabling responsive, clean, and maintainable two-dimensional arrangements.
[Speaker Notes]
CSS Grid opens a whole other dimension—literally—allowing you to orchestrate complex, two-dimensional layouts with precision beyond Flexbox's 1D model. Defining grid containers via 'display: grid' with 'grid-template-columns' and 'grid-template-rows' lets you specify track sizes flexibly using fractional units (fr), minmax(), or fixed lengths. Positioning can be done via line numbers or named grid areas, promoting semantic clarity and easing maintenance. Use 'gap' to manage consistent gutters independently of margins or padding. CSS Grid also supports implicit grid creation, letting the browser add rows or columns when more items exist than explicit tracks defined, providing dynamic scalability. The best practice is to use Grid for overarching page structure while Flexbox fits nicely inside grid cells for UI components needing linear layouts. Beware of making grids overly rigid by over-defining tracks; leverage auto-fit, auto-fill, and media queries to keep your designs adaptable. This approach maximizes flexibility while providing sharp grid control for scalable responsive designs.
[Narration]
Now, let's explore CSS Grid, a layout system that enables precise two-dimensional control over your page's structure. By specifying 'display: grid' on a container, you declare a grid context where you can define columns and rows explicitly with 'grid-template-columns' and 'grid-template-rows'. You can use flexible units like 'fr' to distribute space proportionally, or 'minmax()' to set responsive size bounds. Positioning child elements becomes intuitive: assign them to grid lines by number, or even better, use named grid areas for semantic clarity and easier maintenance. The 'gap' property helps create consistent spacing between grid cells without affecting padding or margins. CSS Grid can also generate implicit rows or columns automatically when you have more items than predefined tracks, which adds adaptability. A best practice is to leverage CSS Grid for your overall page layout, reserving Flexbox for component-level alignment inside each grid cell. Just be cautious of over-defining your grids, as this can lead to rigidity; using 'auto-fit' or 'auto-fill' with media queries builds responsiveness naturally. Mastering CSS Grid lets you craft clean, scalable page layouts that respond gracefully across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Understanding closures for encapsulation, state preservation, and avoiding common pitfalls.
[Takeaway]
Closures are a fundamental JavaScript mechanism enabling powerful encapsulation and state, essential for clean, modular code.
[Speaker Notes]
Closures are a core JavaScript feature enabling functions to capture and retain access to variables from their lexical scope even after the outer function has finished executing. This persistence underpins powerful patterns like data encapsulation and modular state, preventing unwanted global leakage. For example, function factories leverage closures to produce functions configured with enclosed parameters. Memoization uses closures to cache results efficiently. However, closures can inadvertently hold onto large objects longer than needed, risking memory leaks if references aren’t nullified when no longer necessary. Debugging closures benefits from modern DevTools’ variable scope inspection. When dealing with asynchronous functions, closures interact with loop variables in subtle ways—failing to correctly scope with 'let' or IIFEs can cause tricky bugs due to captured variables sharing the same reference. Understanding these mechanisms allows you to write clean, modular, and performant JS code that encapsulates state and behavior elegantly.
[Narration]
Let’s unpack closures, a powerful and sometimes perplexing JavaScript concept rooted in lexical scoping. A closure occurs when an inner function remembers and accesses variables from its surrounding scope even after the outer function has returned. This allows you to create private variables and encapsulate state seamlessly, avoiding polluting the global namespace. For instance, function factories return customized functions retaining enclosed parameters, and memoization caches previous results via closures for efficiency. When debugging, the Chrome DevTools 'Scope' pane reveals which variables the closure has closed over, shedding light on persistent values. One subtle trap is inadvertent memory retention: closures can keep large objects alive longer than intended, creating leaks unless you null references explicitly. Also, closures can interact with asynchronous loops in unexpected ways; for example, if you don't use 'let' or immediately invoked functions, loop variables may be captured by reference rather than value, causing bugs in event handlers. Grasping closures’ inner workings lets you write modular, maintainable code that leverages encapsulation and function factories with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Decoding the event loop, task queues, and microtasks to avoid timing bugs and optimize async code.
[Takeaway]
Mastery of the event loop and task scheduling is key to writing correct, efficient asynchronous JavaScript and debugging async bugs.
[Speaker Notes]
The JavaScript event loop is fundamental for managing asynchronous operations without blocking the main thread. The call stack executes synchronous code; once empty, the event loop pulls tasks from queues. Tasks are split into macrotasks (like timers, I/O callbacks, UI rendering) and microtasks (Promises, MutationObservers). Microtasks execute immediately after the current call stack empties but before macrotasks, which ensures consistent promise resolution order. Recognizing this queue ordering is vital to prevent timing bugs and race conditions in complex async flows. Long-running synchronous tasks block the event loop, causing UI freezes or jank—splitting heavy computations or offloading work to web workers prevents this. Using browser Performance tools, you can visualize event loop delays and trace scripts that cause blocking, enabling optimizations. A thorough understanding allows you to write performant, responsive JavaScript that integrates asynchronous logic seamlessly.
[Narration]
Let's demystify the JavaScript event loop, which orchestrates how asynchronous code executes without blocking the user interface. Synchronous code runs directly on the call stack; once it empties, the event loop checks task queues to process pending operations. There are two main types of tasks: macrotasks, such as I/O events, timers set by 'setTimeout', and UI rendering; and microtasks, which include resolved Promises and MutationObserver callbacks. Microtasks always run immediately after the current synchronous code completes but before any macrotasks, which guarantees the predictable order of promise resolutions. Understanding this distinction helps prevent tricky race conditions and ensures your async code behaves reliably. Beware, though, long synchronous tasks block the event loop, causing jank or UI freezes; to avoid this, split heavy processing into smaller chunks or use web workers for concurrency. Use your browser's Performance panel to visualize these delays and identify bottlenecks. By mastering the event loop's choreography, you'll write efficient, non-blocking JavaScript that keeps your applications smooth and responsive.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Advanced usage patterns for promises and async/await including chaining, error handling, and performance.
[Takeaway]
Proper Promise and async/await usage leads to cleaner, maintainable asynchronous code with predictable error management.
[Speaker Notes]
Promises formalize asynchronous operations as objects representing eventual completion or failure, replacing nested callbacks with cleaner chaining via 'then' and 'catch'. Always return promises in chains to avoid losing error propagation and ensure flow integrity; unhandled rejections can silently fail and cause bugs. Async/await provides syntactic sugar over promises, enabling you to write asynchronous code in a seemingly synchronous, imperative style that’s easier to read and maintain, especially with try/catch for error handling. Mixing callbacks with Promises is a common anti-pattern that leads to inverted control and messy code. Forgetting to await async functions leads to race conditions and unintended behavior—linters can help enforce proper usage. For concurrency, utilities like Promise.all and Promise.race let you manage multiple async operations efficiently, balancing performance and error handling. Mastering these patterns leads to maintainable, clear, and performant asynchronous JavaScript.
[Narration]
Now, let's dive into Promises and async/await, modern JavaScript tools for writing structured asynchronous code. Promises encapsulate an operation that will finish eventually—either fulfilled successfully or rejected with an error. They allow chaining with '.then()' and error handling through '.catch()', flattening callback hell into readable flows. Make sure to return promises in chains; otherwise, error propagation can break down and cause silent failures. Async/await is syntactic sugar over Promises, turning asynchronous calls into code that looks synchronous, which greatly enhances readability, especially when surrounded with try/catch blocks for error management. Avoid mixing callbacks with promises—that leads to messy inversion of control. A frequent mistake is neglecting to 'await' an async function, introducing race conditions and unpredictable side effects—linters can mitigate this. To handle multiple async tasks concurrently, use Promise.all or Promise.race, which optimize throughput while allowing fine-grained control over results and failures. With these tools, your async code becomes more predictable, maintainable, and easier to reason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Integrating semantic HTML, CSS Grid/Flexbox, and progressive JS for robust, scalable UI.
[Takeaway]
Combining semantic markup, modern CSS layouts, and strategic JS yields responsive, accessible, and maintainable frontend interfaces.
[Speaker Notes]
This slide emphasizes pragmatic integration of semantic HTML, modern CSS layouts, and JavaScript best practices for building scalable, responsive, and accessible interfaces. Use semantic landmarks as the skeleton, combined with CSS Grid for overall page layout and Flexbox for component alignment within cells, achieving flexibility without media queries overuse by leveraging flexible units like 'fr' and 'minmax()'. Event delegation in JavaScript enhances interaction efficiency by attaching minimal listeners that handle dynamic content, reducing memory and processing overhead. Use ARIA selectively to augment native semantics in complex widgets like modals or tabs, avoiding redundancy that impairs assistive tech. Rigorous accessibility testing using screen readers, keyboard navigation, and tools like Lighthouse is essential to catch edge cases. Modular CSS approaches such as BEM or CSS-in-JS ensure style encapsulation and maintainability in large applications. Combining these tactics ensures robust frontends that scale gracefully and serve all users effectively.
[Narration]
Let’s discuss integrating semantic HTML, CSS, and JavaScript for building responsive, accessible, and scalable layouts. Start with semantic HTML elements to define a clear page structure; this foundation helps assistive technologies and improves maintainability. Combine CSS Grid for arranging the overall page’s two-dimensional layout and use Flexbox within grid cells for component-level alignment to achieve both precision and flexibility. Prefer flexible units like fractions ('fr'), percentages, and 'minmax()' to create fluid layouts that adapt naturally, minimizing the need for verbose media queries. In JavaScript, employ event delegation—attaching event listeners to parent containers rather than individual child elements—to efficiently handle dynamic or numerous UI components without performance penalties. Use ARIA roles and attributes sparingly, only to enhance native HTML in complex widgets like modals or tabs, ensuring you don’t introduce redundant or conflicting semantics. Test accessibility thoroughly using screen readers, keyboard-only navigation, and automated tools such as Lighthouse. For style management, adopt modular CSS patterns like BEM or CSS-in-JS to encapsulate styles, reducing leakage in large codebases. Together, these practices help you build user interfaces that are robust, responsive, accessible, and maintainable.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Employing browser developer tools and methodical approaches to diagnose layout, accessibility, and JavaScript issues.
[Takeaway]
Systematic use of DevTools with focused strategies is essential for resolving the complex faults in modern frontend applications.
[Speaker Notes]
Effective debugging requires not only familiarity with browser DevTools but also a systematic approach. Use the Elements panel to toggle CSS properties and isolate layout issues, particularly those related to Flexbox or Grid misconfigurations. The Console and Sources panels are invaluable for setting breakpoints, observing call stacks, and tracing JavaScript runtime errors precisely. Accessibility checks benefit from the Accessibility pane and Lighthouse audits, which detect missing ARIA roles, poor semantics, and keyboard navigation problems. Profiling performance and event loop responsiveness spotlight long tasks that block UI updates, revealing areas for optimization. When hunting difficult bugs, use incremental isolation by commenting out styles or markup sections to narrow the cause. Don't forget to leverage source maps when debugging transpiled or minified JS in production, retaining meaningful stack traces. Combining these tools strategically accelerates your debugging workflow and leads to faster, more reliable fixes.
[Narration]
Debugging frontend issues effectively goes beyond just spotting bugs; it requires structured strategies coupled with command over developer tools. The Elements panel lets you toggle and tweak CSS properties live, helping you isolate layout bugs rooted in Flexbox or Grid misconfigurations. For JavaScript, the Console and Sources panels allow setting breakpoints, stepping through code, and examining call stacks, making runtime errors transparent and traceable. Accessibility tools like the Accessibility pane and Lighthouse audits help you find pitfalls such as missing ARIA roles or keyboard navigation flaws, ensuring your app is truly usable. Use the Performance tab to profile event loop responsiveness and detect long tasks that freeze the UI. When bugs are elusive, incrementally isolate the problem by commenting out suspect style rules or markup segments to zero in quickly. Also, since modern apps often transpile or minify code, source maps are essential to debugging production issues with meaningful stack traces. A methodical approach using these tools dramatically improves debugging efficiency and code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Leveraging ES6+ features for cleaner, maintainable, and testable frontend codebases.
[Takeaway]
Mastering ES6+ syntax not only improves code clarity but also simplifies integration with modern frontend frameworks and tooling.
[Speaker Notes]
ES6 and later versions introduce syntax and features that make your JavaScript code cleaner, more readable, and maintainable. Destructuring lets you extract array or object values concisely, reducing boilerplate and preventing errors. Arrow functions provide lexical binding of 'this', solving a common source of bugs with callbacks and methods. Template literals simplify multi-line strings and enable string interpolation without awkward concatenation. ES6 modules with import/export enable code splitting and reuse, essential for scalable apps and build tooling integration. Spread and rest operators help manipulate data structures elegantly and handle variable function arguments. Adopting consistent style guides like Airbnb or StandardJS promotes idiomatic ES6 usage and improves team collaboration by reducing cognitive overhead. Mastering these features is key to writing modular, testable, and modern JavaScript expected in contemporary frontend development.
[Narration]
Let’s cover essential ES6+ syntax features that elevate your JavaScript to modern standards. Destructuring allows you to unpack objects and arrays into variables with minimal code, improving clarity and reducing room for mistakes. Arrow functions provide a concise syntax and, critically, lexically bind 'this', preventing common bugs when dealing with callbacks inside methods. Template literals let you create multi-line strings and embed expressions directly within backticks, replacing verbose concatenations. ES6 modules support importing and exporting code snippets, fostering modularity, reuse, and easier dependency management—vital for large codebases and tooling like Webpack or Vite. The spread and rest operators allow you to elegantly manipulate arrays and objects, and handle functions with variable arguments seamlessly. To maintain readability and consistency, adopt style guides such as Airbnb’s or StandardJS, which encourage best practices in ES6 usage. Mastery of these features improves code readability, maintainability, and integration with modern frontend frameworks and build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Applying principles for scalable frontend architecture aligned with modern workflows and performance.
[Takeaway]
Consistent modularity, tooling integration, and testing are key to long-term frontend code health, performance, and scalability.
[Speaker Notes]
Robust frontend architecture hinges on modularity, performance, and maintainability. Modularize CSS using methodologies like BEM or CSS-in-JS to prevent style leakage and unintended overrides in large projects. For JavaScript, leverage ES6 module imports/exports and dependency injection to keep logic decoupled, testable, and scalable. Performance gains stem from optimizing the critical rendering path: minimize blocking CSS/JS, split code bundles, and lazy-load assets. Build tools like Webpack or Vite enable tree shaking unused code and facilitate code splitting, reducing bundle size and load times. Writing testable JS involves decoupling UI manipulation from logic and employing mocks or fakes for unit tests. Runtime monitoring with tools like Sentry and automated Lighthouse audits helps catch errors and regressions early in production. Together, these practices support scalable frontend applications that perform well and remain maintainable as they grow.
[Narration]
Finally, let's talk about best practices in frontend architecture and ongoing maintenance—key to sustaining scalable and high-performing applications. Start by modularizing your CSS with methodologies like BEM or CSS-in-JS; this scopes styles effectively and prevents unintended side effects as your codebase grows. Structure your JavaScript as ES6 modules and use dependency injection to decouple components, which improves testability and maintainability. Optimize the critical rendering path by minimizing CSS and JS blocking resources, employing code splitting and lazy loading with build tools like Webpack or Vite to reduce initial load times and bundle sizes. Writing testable JavaScript means separating UI logic from direct DOM manipulation and using mocks or stubs in unit tests to simulate dependencies reliably. In production, integrate runtime error monitoring tools like Sentry and continuous performance audits via Lighthouse CI to catch regressions early and maintain quality. Applying these principles results in resilient, performant frontend systems that scale gracefully with evolving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Semantic HTML5: Enhancing Accessibility and Structure</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Leveraging semantic elements for meaningful document structure and assistive technology compatibility.</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Semantic tags like &lt;header&gt;, &lt;nav&gt;, &lt;main&gt;, &lt;section&gt;, &lt;article&gt;, &lt;aside&gt;, and &lt;footer&gt; define clear page regions improving screen reader navigation.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&lt;figure&gt; and &lt;figcaption&gt; for images to associate captions semantically, aiding both SEO and accessibility.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Proper use of ARIA roles should complement, not replace, native semantics to avoid conflicts and reduce redundancy.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'div soup' by preferring semantic elements; use &lt;section&gt; only with a heading to maintain logical document outline.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Ensure only one &lt;main&gt; per page and separate distinct navigation landmarks to help keyboard navigation.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&lt;fieldset&gt; and &lt;legend&gt; for form groupings to provide context for form controls visually and to assistive tech.</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showing HTML5 semantic elements overlaying a webpage wireframe, highlighting landmarks and content regions.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Semantic HTML provides a foundational, accessible, and maintainable page structure that improves UX and SEO when applied precisely with native tags and ARIA.</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This slide dives into how semantic HTML5 elements are more than just tags—they communicate meaning directly to browsers, assistive technologies, and search engines. As you use elements like &lt;header&gt;, &lt;nav&gt;, &lt;main&gt;, and others, you’re effectively creating a document outline that screen readers can navigate efficiently. Unlike generic &lt;div&gt; elements, these semantic tags define roles and regions naturally. Using &lt;figure&gt; with &lt;figcaption&gt; tightly couples images with descriptive captions, boosting both SEO and accessibility. However, ARIA roles should be a careful complement, not a substitute for native semantics, to avoid redundancy or confusion by assistive devices. A common pitfall is 'div soup'—overusing &lt;div&gt; without semantic clarity—diluting accessibility and maintainability. Remember, &lt;section&gt; should be used only when logically grouping content under a heading to maintain meaningful document structure, and enforce a single &lt;main&gt; landmark per page to optimize keyboard navigation. In forms, grouping controls with &lt;fieldset&gt; and &lt;legend&gt; offers both visual and semantic context. The key takeaway is that semantic HTML5 isn’t just about clean markup—it’s foundational for creating accessible, SEO-friendly, and maintainable frontend codebases that enhance user experience deeply.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Flexbox Mechanics: Building Responsive Linear Layouts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Deep dive into CSS Flexbox properties for adaptive one-dimensional layouts with performance considerations.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Set 'display: flex' on the container to enable flex context; control layout with 'flex-direction' (row or column).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'justify-content' aligns items along the main axis; 'align-items' aligns along cross-axis, enabling center, stretch, or baseline alignment.</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'flex-wrap' enables items to wrap onto multiple lines to prevent overflow, crucial for responsive navbars.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Flex item properties: 'flex-grow' (expansion), 'flex-shrink' (contraction), and 'flex-basis' (initial size) control distribution of space.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Common pitfall: forgetting 'min-width' on flex items can cause them to shrink below readable sizes on smaller screens.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Debug with browser DevTools by toggling 'display:flex' and inspecting computed flexbox properties and element dimensions.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CSS Flexbox playground screenshot showing flex container and items adjusting sizes dynamically.</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Mastering container and item flex properties allows creation of fluid, performant linear layouts supporting responsive design without media query overuse.</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Focus here on the mechanics of Flexbox, the go-to for one-dimensional layouts—rows or columns—adapting fluidly across screen sizes. When you declare 'display: flex' on a container, you activate a flex formatting context, allowing child items to be laid out along a main axis determined by 'flex-direction'. Properties like 'justify-content' and 'align-items' control alignment along main and cross axes, giving you precise control over spacing and positioning. 'flex-wrap' prevents overflow by enabling wrapping, which is critical for navbars or menus that must accommodate variable width. Each flex item can grow, shrink, or have a base size, controlled by 'flex-grow', 'flex-shrink', and 'flex-basis' respectively, balancing available space dynamically. Beware that without explicit 'min-width', items can shrink too small on narrow screens, impacting legibility—setting appropriate minimum sizes is essential. Debugging Flexbox layouts benefits greatly from browser DevTools that visually annotate flex directions, sizes, and gaps. This mastery lets you create responsive, flexible interfaces without overloading media queries or complex positioning hacks, improving performance and maintainability.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CSS Grid: Precise Two-Dimensional Layout Control</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Harnessing CSS Grid to design complex, scalable grid-based responsive layouts.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Define grid containers with 'display: grid' and set columns/rows using 'grid-template-columns' and 'grid-template-rows' with flexible units like 'fr' and 'minmax()'.</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Position items with line numbers or named grid areas for semantic clarity and maintainability.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'grid-gap' (or 'gap') to space grid cells with consistent gutters independently of padding or margins.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Combine explicit grids with auto-placement to dynamically allocate implicit rows/columns when items exceed predefined grid lines.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Best practice: Combine Grid for overall page layout and Flexbox for UI components within grid cells, balancing power and control.</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Pitfall: Over-defining grids can cause layout rigidity; use media queries or auto-fit/auto-fill for responsive adaptability.</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Illustration of CSS Grid showing grid lines, areas named, and placement of content blocks in a three-column layout.</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CSS Grid empowers granular layout precision and complexity, enabling responsive, clean, and maintainable two-dimensional arrangements.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CSS Grid opens a whole other dimension—literally—allowing you to orchestrate complex, two-dimensional layouts with precision beyond Flexbox's 1D model. Defining grid containers via 'display: grid' with 'grid-template-columns' and 'grid-template-rows' lets you specify track sizes flexibly using fractional units (fr), minmax(), or fixed lengths. Positioning can be done via line numbers or named grid areas, promoting semantic clarity and easing maintenance. Use 'gap' to manage consistent gutters independently of margins or padding. CSS Grid also supports implicit grid creation, letting the browser add rows or columns when more items exist than explicit tracks defined, providing dynamic scalability. The best practice is to use Grid for overarching page structure while Flexbox fits nicely inside grid cells for UI components needing linear layouts. Beware of making grids overly rigid by over-defining tracks; leverage auto-fit, auto-fill, and media queries to keep your designs adaptable. This approach maximizes flexibility while providing sharp grid control for scalable responsive designs.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4</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Advanced JavaScript: Lexical Scoping and Closures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Understanding closures for encapsulation, state preservation, and avoiding common pitfalls.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Closures allow an inner function to remember and access variables from its enclosing lexical scope even after the outer function has returned.</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closures to create private state in modules or functions, preventing global namespace pollution.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Typical use cases include function factories, memoization caches, and event handler bindings preserving context.</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Debug closures by inspecting the 'Scope' pane in Chrome DevTools to understand variable values retained over time.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Pitfall: Unintentionally retaining large objects via closures can cause memory leaks; explicitly nullify references if needed.</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Closures interact with asynchronous behavior; beware of loop variable capturing—use 'let' or IIFEs to create block scoped copies.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Code snippet diagram showing nested function scopes and closure variable retention.</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Closures are a fundamental JavaScript mechanism enabling powerful encapsulation and state, essential for clean, modular code.</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Closures are a core JavaScript feature enabling functions to capture and retain access to variables from their lexical scope even after the outer function has finished executing. This persistence underpins powerful patterns like data encapsulation and modular state, preventing unwanted global leakage. For example, function factories leverage closures to produce functions configured with enclosed parameters. Memoization uses closures to cache results efficiently. However, closures can inadvertently hold onto large objects longer than needed, risking memory leaks if references aren’t nullified when no longer necessary. Debugging closures benefits from modern DevTools’ variable scope inspection. When dealing with asynchronous functions, closures interact with loop variables in subtle ways—failing to correctly scope with 'let' or IIFEs can cause tricky bugs due to captured variables sharing the same reference. Understanding these mechanisms allows you to write clean, modular, and performant JS code that encapsulates state and behavior elegantly.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5</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JavaScript Event Loop and Asynchronous Scheduling</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Decoding the event loop, task queues, and microtasks to avoid timing bugs and optimize async code.</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Call stack processes synchronous code; when empty, event loop checks task queues for pending callbacks.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Macrotasks include I/O events, timers (setTimeout), and UI rendering; microtasks include Promises and MutationObserver callbacks.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Microtasks execute after the current script completes and before macrotasks, enabling promise resolution order predictability.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Understanding this ordering is crucial to prevent race conditions and write performant responsive apps.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Beware: long-running tasks block the event loop causing jank; slice heavy computations or use web workers for concurrency.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browser Performance tab to visualize event loop delays and detect blocking scripts causing UI freezes.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depicting call stack, microtask queue, macrotask queue and event loop interaction timeline.</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Mastery of the event loop and task scheduling is key to writing correct, efficient asynchronous JavaScript and debugging async bugs.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The JavaScript event loop is fundamental for managing asynchronous operations without blocking the main thread. The call stack executes synchronous code; once empty, the event loop pulls tasks from queues. Tasks are split into macrotasks (like timers, I/O callbacks, UI rendering) and microtasks (Promises, MutationObservers). Microtasks execute immediately after the current call stack empties but before macrotasks, which ensures consistent promise resolution order. Recognizing this queue ordering is vital to prevent timing bugs and race conditions in complex async flows. Long-running synchronous tasks block the event loop, causing UI freezes or jank—splitting heavy computations or offloading work to web workers prevents this. Using browser Performance tools, you can visualize event loop delays and trace scripts that cause blocking, enabling optimizations. A thorough understanding allows you to write performant, responsive JavaScript that integrates asynchronous logic seamlessly.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6</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Promises and Async/Await: Structured Asynchrony</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Advanced usage patterns for promises and async/await including chaining, error handling, and performance.</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Promises represent eventual completion or failure of async operations and enable chaining to flatten nesting of callbacks.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Always return Promises in chains to maintain flow; unhandled rejections propagate errors silently and must be caught.</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Async/await syntax is syntactic sugar over Promises enabling clearer imperative style code with try/catch for error handling.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mixing callbacks with Promises to prevent inversion of control and callback hell.</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Beware of not awaiting async functions causing race conditions and unhandled side effects; use linters to enforce consistent usage.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concurrency utilities like Promise.all and Promise.race to handle multiple async operations efficiently.</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Code comparison snippet showing Promise chaining vs async/await syntax with error catch.</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Proper Promise and async/await usage leads to cleaner, maintainable asynchronous code with predictable error management.</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Promises formalize asynchronous operations as objects representing eventual completion or failure, replacing nested callbacks with cleaner chaining via 'then' and 'catch'. Always return promises in chains to avoid losing error propagation and ensure flow integrity; unhandled rejections can silently fail and cause bugs. Async/await provides syntactic sugar over promises, enabling you to write asynchronous code in a seemingly synchronous, imperative style that’s easier to read and maintain, especially with try/catch for error handling. Mixing callbacks with Promises is a common anti-pattern that leads to inverted control and messy code. Forgetting to await async functions leads to race conditions and unintended behavior—linters can help enforce proper usage. For concurrency, utilities like Promise.all and Promise.race let you manage multiple async operations efficiently, balancing performance and error handling. Mastering these patterns leads to maintainable, clear, and performant asynchronous JavaScript.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7</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Building Responsive, Accessible Layouts with HTML, CSS, and JS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Integrating semantic HTML, CSS Grid/Flexbox, and progressive JS for robust, scalable UI.</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semantic HTML landmarks combined with CSS Grid for overall page layout and Flexbox for component-level alignment.</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Employ media queries sparingly by leveraging flexible units like fr, %, and minmax() for fluid responsive designs.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Implement JS event delegation to efficiently handle user interactions on dynamic content without excess event listeners.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ARIA roles and attributes selectively to enhance native HTML semantics for complex widgets like modals and tabs.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Test accessibility across screen readers and keyboard-only navigation; use Lighthouse and manual audits for verification.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Modular CSS approaches (BEM, CSS-in-JS) improve maintainability and reduce style leakage in large projects.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Screenshot of a sample responsive homepage with developer tools highlighting semantic elements and CSS grid overlay.</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Combining semantic markup, modern CSS layouts, and strategic JS yields responsive, accessible, and maintainable frontend interfaces.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This slide emphasizes pragmatic integration of semantic HTML, modern CSS layouts, and JavaScript best practices for building scalable, responsive, and accessible interfaces. Use semantic landmarks as the skeleton, combined with CSS Grid for overall page layout and Flexbox for component alignment within cells, achieving flexibility without media queries overuse by leveraging flexible units like 'fr' and 'minmax()'. Event delegation in JavaScript enhances interaction efficiency by attaching minimal listeners that handle dynamic content, reducing memory and processing overhead. Use ARIA selectively to augment native semantics in complex widgets like modals or tabs, avoiding redundancy that impairs assistive tech. Rigorous accessibility testing using screen readers, keyboard navigation, and tools like Lighthouse is essential to catch edge cases. Modular CSS approaches such as BEM or CSS-in-JS ensure style encapsulation and maintainability in large applications. Combining these tactics ensures robust frontends that scale gracefully and serve all users effectively.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8</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Debugging Frontend: Tools and Strategies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Employing browser developer tools and methodical approaches to diagnose layout, accessibility, and JavaScript issues.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Elements panel to toggle CSS properties, isolate layout glitches caused by flexbox or grid misconfigurations.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Console and Sources panels help set breakpoints, inspect call stacks, and trace runtime JS errors effectively.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Leverage Accessibility pane and Lighthouse audits to identify missing ARIA roles, semantic errors, and keyboard navigation issues.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Profile performance and event loop responsiveness with Performance tab to detect long tasks and optimize async operations.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Apply incremental isolation: comment out sections or styles to narrow down regressions or visual bugs rapidly.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source maps and sourcemap-supporting tools to debug transpiled or minified JavaScript in production environments.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Screenshot of Chrome DevTools with Elements, Console, and Accessibility panels open diagnosing a page.</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Systematic use of DevTools with focused strategies is essential for resolving the complex faults in modern frontend applications.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Effective debugging requires not only familiarity with browser DevTools but also a systematic approach. Use the Elements panel to toggle CSS properties and isolate layout issues, particularly those related to Flexbox or Grid misconfigurations. The Console and Sources panels are invaluable for setting breakpoints, observing call stacks, and tracing JavaScript runtime errors precisely. Accessibility checks benefit from the Accessibility pane and Lighthouse audits, which detect missing ARIA roles, poor semantics, and keyboard navigation problems. Profiling performance and event loop responsiveness spotlight long tasks that block UI updates, revealing areas for optimization. When hunting difficult bugs, use incremental isolation by commenting out styles or markup sections to narrow the cause. Don't forget to leverage source maps when debugging transpiled or minified JS in production, retaining meaningful stack traces. Combining these tools strategically accelerates your debugging workflow and leads to faster, more reliable fixes.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9</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ES6+ Syntax: Writing Modern, Modular JavaScript</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Leveraging ES6+ features for cleaner, maintainable, and testable frontend codebases.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destructuring to extract values from arrays/objects concisely, improving readability and reducing errors.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Arrow functions provide lexical 'this' binding, preventing common context bugs in callbacks and methods.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Template literals enable multi-line strings and embedded expressions without cumbersome concatenation.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Modules with import/export support code splitting, reuse, and dependency management essential for scalable apps.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Spread and rest operators facilitate manipulation of arrays/objects and variadic function parameters elegantly.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Adopt consistent style guides (like Airbnb or StandardJS) to enforce idiomatic ES6 usage and reduce cognitive load for teams.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Code snippet demonstrating destructuring, arrow functions, template literals, and module imports.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Mastering ES6+ syntax not only improves code clarity but also simplifies integration with modern frontend frameworks and tooling.</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ES6 and later versions introduce syntax and features that make your JavaScript code cleaner, more readable, and maintainable. Destructuring lets you extract array or object values concisely, reducing boilerplate and preventing errors. Arrow functions provide lexical binding of 'this', solving a common source of bugs with callbacks and methods. Template literals simplify multi-line strings and enable string interpolation without awkward concatenation. ES6 modules with import/export enable code splitting and reuse, essential for scalable apps and build tooling integration. Spread and rest operators help manipulate data structures elegantly and handle variable function arguments. Adopting consistent style guides like Airbnb or StandardJS promotes idiomatic ES6 usage and improves team collaboration by reducing cognitive overhead. Mastering these features is key to writing modular, testable, and modern JavaScript expected in contemporary frontend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10</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Best Practices for Frontend Architecture and Maintenance</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Applying principles for scalable frontend architecture aligned with modern workflows and performance.</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Modularize CSS using methodologies like BEM or CSS-in-JS to scope styles and prevent unintended side effects.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Keep JavaScript modular using ES6 modules and dependency injection for easier testing and maintainability.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Optimize critical rendering path by minimizing CSS and JS blocking resources and employing code splitting.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Leverage build tools (Webpack, Vite) for tree shaking and lazy loading to improve load times and reduce bundle size.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Write testable JS by decoupling UI logic from DOM manipulation and using mocks/fakes during unit testing.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Monitor runtime errors and performance in production via tools like Sentry and Lighthouse CI to catch regressions early.</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of frontend architecture layers highlighting separation between styles, components, and state management.</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Consistent modularity, tooling integration, and testing are key to long-term frontend code health, performance, and scalability.</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Robust frontend architecture hinges on modularity, performance, and maintainability. Modularize CSS using methodologies like BEM or CSS-in-JS to prevent style leakage and unintended overrides in large projects. For JavaScript, leverage ES6 module imports/exports and dependency injection to keep logic decoupled, testable, and scalable. Performance gains stem from optimizing the critical rendering path: minimize blocking CSS/JS, split code bundles, and lazy-load assets. Build tools like Webpack or Vite enable tree shaking unused code and facilitate code splitting, reducing bundle size and load times. Writing testable JS involves decoupling UI manipulation from logic and employing mocks or fakes for unit tests. Runtime monitoring with tools like Sentry and automated Lighthouse audits helps catch errors and regressions early in production. Together, these practices support scalable frontend applications that perform well and remain maintainable as they grow.</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Mastering Core Frontend Web Technologies: HTML, CSS, and JavaScript Essentials</dc:title>
  <dc:subject>This module will solidify Sooraj's foundational expertise in essential frontend technologies by deep-diving into HTML5 semantics, modern CSS techniques including Flexbox and Grid, and advanced JavaScript concepts like asynchronous programming, closures, and ES6+ features. The course includes practical exercises to build responsive, accessible, and highly interactive web interfaces integrating these skills.</dc:subject>
  <dc:creator>Rellax</dc:creator>
  <cp:lastModifiedBy>Rellax</cp:lastModifiedBy>
  <cp:revision>1</cp:revision>
  <dcterms:created xsi:type="dcterms:W3CDTF">2026-03-21T09:29:40Z</dcterms:created>
  <dcterms:modified xsi:type="dcterms:W3CDTF">2026-03-21T09:29:40Z</dcterms:modified>
</cp:coreProperties>
</file>