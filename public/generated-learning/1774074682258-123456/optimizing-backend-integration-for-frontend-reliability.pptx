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Well-designed APIs minimize frontend latency.
[Takeaway]
Craft APIs with frontend-first mindset to deliver data swiftly and robustly.
[Speaker Notes]
Use your FastAPI-powered fashion assistance platform as example.
[Narration]
FastAPI is your backend powerhouse. Shaping APIs so your React frontend requests only needed data cuts wait times. Pagination and filtering avoid overwhelming frontend. API versioning lets Truffaire evolve features without breaking user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Redis cache speeds data access and reduces backend load.
[Takeaway]
Use Redis caching and pub/sub strategically to boost frontend reactivity and scalability.
[Speaker Notes]
Highlight your Redis integration supporting real-time alerts at IoT projects.
[Narration]
Caching with Redis slashes response times for user profile or clothing recommendations. Pair with smart invalidation rules to keep data accurate. Redis Pub/Sub lets you push live updates, making Truffaire’s frontend feel truly instantaneous and responsive.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Celery offloads heavy backend tasks from user-facing APIs.
[Takeaway]
Implement async backend workflows to keep frontend interactions snappy and reliable.
[Speaker Notes]
Reflect on how you used Celery in fashion assistant backend for smooth UX.
[Narration]
Heavy tasks like AI inference take time. Offloading them with Celery workers keeps APIs responsive. Notify your React frontend when tasks finish so users see updates live. Proper retries and error handling keep the system stable—essential for Truffaire’s professional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Optimizing Backend Integration for Frontend Reliability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API Design for Frontend Performance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Well-designed APIs minimize frontend latency.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Design endpoints tailored to frontend data consumption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Paginate and filter efficiently to reduce payload size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Version APIs to avoid frontend breaking changes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Sequence diagram showing React app requesting paginated API data efficiently.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Craft APIs with frontend-first mindset to deliver data swiftly and robustly.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Use your FastAPI-powered fashion assistance platform as example.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Optimizing Backend Integration for Frontend Reliability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Caching for Instant UI Updates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Redis cache speeds data access and reduces backend load.</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Redis to cache frequent queries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Invalidate cache smartly to keep data fresh</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Employ Redis Pub/Sub to push real-time changes to frontend</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Illustration of Redis caching layer between frontend requests and database calls, showing cache hits reducing latency.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Use Redis caching and pub/sub strategically to boost frontend reactivity and scalability.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Highlight your Redis integration supporting real-time alerts at IoT projects.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Optimizing Backend Integration for Frontend Reliability</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Async Task Queues Enhance Frontend UX</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Celery offloads heavy backend tasks from user-facing APIs.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Move intensive computations like model inference to Celery workers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Notify frontend of task progress using WebSockets or Redis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Optimize task retries and error handling to maintain stability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Animated workflow showing Celery tasks processing in background with frontend receiving progress events.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Implement async backend workflows to keep frontend interactions snappy and reliable.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Reflect on how you used Celery in fashion assistant backend for smooth UX.</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Backend Integration for Frontend Reliability</dc:title>
  <dc:subject>Your backend knowledge with FastAPI, PostgreSQL, Redis, and Celery positions you uniquely to enhance frontend stability and UX by optimizing API design, caching, and asynchronous tasks supporting frontend data needs.</dc:subject>
  <dc:creator>Rellax</dc:creator>
  <cp:lastModifiedBy>Rellax</cp:lastModifiedBy>
  <cp:revision>1</cp:revision>
  <dcterms:created xsi:type="dcterms:W3CDTF">2026-03-21T06:31:24Z</dcterms:created>
  <dcterms:modified xsi:type="dcterms:W3CDTF">2026-03-21T06:31:24Z</dcterms:modified>
</cp:coreProperties>
</file>