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Scaling apps demands smart state handling.
[Takeaway]
Choose and implement the right state management model to build scalable React frontends.
[Speaker Notes]
Use your real React codebase examples to illustrate complexity management.
[Narration]
You’ve handled React state locally; now tackle scaling with Redux or Context API. Managing global state smoothly means your UI won’t break under pressure as features multiply at Truffaire. Knowing when to lift state or centralize it keeps your architecture clean and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Speed wins users.
[Takeaway]
Apply targeted React optimizations to maintain fluid user experiences under load.
[Speaker Notes]
Highlight your work on Audidex’s real-time inference UI as a case study.
[Narration]
Your audio detection app shows how slow UI kills user trust. Profiling React helps spot slow components. Memoization and lazy loading reduce re-renders and bundle size. These tweaks keep Truffaire’s products snappy even as complexity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Leverage hooks beyond the basics.
[Takeaway]
Use advanced hooks to build modular, reliable React components with minimal bugs.
[Speaker Notes]
Demonstrate how hooks improved reusability in your Flutter and React cross-platform apps.
[Narration]
Custom hooks encapsulate logic you reuse. Cleaning up side effects avoids bugs in asynchronous calls. Integrating third-party tools like libraries for face recognition or audio processing into React through hooks can make your UI smarter and your code cleaner at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React: Scaling and State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State Management: Beyond Basics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Scaling apps demands smart state handling.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When to use Context API vs Redux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Balancing local and global state effectively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Avoiding common pitfalls like prop drilling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contrasting prop drilling, Context API, and Redux data flow in React apps.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Choose and implement the right state management model to build scalable React frontends.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Use your real React codebase examples to illustrate complexity management.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React: Scaling and State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Performance Tuning React Apps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Speed wins users.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Profiling React components to find bottlenecks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Using React.memo and useCallback effectively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Implementing code splitting and lazy loading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Bar chart showing rendering times before and after optimizations with memoization.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Apply targeted React optimizations to maintain fluid user experiences under load.</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your work on Audidex’s real-time inference UI as a case study.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React: Scaling and State Mastery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Hooks and Side Effects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Leverage hooks beyond the basics.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custom hooks tailored for common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asynchronous effects with proper cleanup</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hooks with external libraries gracefully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animation showing creation and usage of a custom React hook managing side effects.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advanced hooks to build modular, reliable React components with minimal bugs.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Demonstrate how hooks improved reusability in your Flutter and React cross-platform apps.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React: Scaling and State Mastery</dc:title>
  <dc:subject>You’ve built React apps for Audidex and Truffaire’s platforms. It’s time to dive deeper into state management, scalability, and performance tuning to craft impeccable UIs that delight users and stand up to rapid growth.</dc:subject>
  <dc:creator>Rellax</dc:creator>
  <cp:lastModifiedBy>Rellax</cp:lastModifiedBy>
  <cp:revision>1</cp:revision>
  <dcterms:created xsi:type="dcterms:W3CDTF">2026-03-21T06:31:23Z</dcterms:created>
  <dcterms:modified xsi:type="dcterms:W3CDTF">2026-03-21T06:31:23Z</dcterms:modified>
</cp:coreProperties>
</file>