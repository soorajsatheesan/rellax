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Python can automate and extend frontend development effectively.
[Takeaway]
Use Python as a secret weapon to automate and enhance frontend tasks, leveraging your existing scripting experience.
[Speaker Notes]
Emphasize how your Python experience uniquely positions you to build tools that save frontend dev time.
[Narration]
Python isn't just for backend or data science. With your experience building Dictait—a Linux voice dictation tool—you've already tapped into Python's power to boost user interactions. Imagine applying Python to automate debugging, run UI tests, or even generate frontend assets, speeding up Truffaire's product iterations.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Smooth interoperability between Python and JavaScript boosts frontend flexibility.
[Takeaway]
Master Python-JavaScript integration to create seamless, dynamic frontend features powered by your backend expertise.
[Speaker Notes]
Connect your backend FastAPI and frontend React expertise to unify full-stack development.
[Narration]
Bridging Python and JavaScript is key at Truffaire, where your React frontend and FastAPI backend meet. You already build RESTful APIs; now, master using Python scripts to serve dynamic frontend content, preprocess data, and enable real-time updates through WebSockets, unlocking responsive user experiences.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Deepen your JS skills to build faster, scalable React apps.
[Takeaway]
Elevate your JS skills to produce high-performance, maintainable React code ready for Truffaire’s demanding frontends.
[Speaker Notes]
Highlight how your deep JavaScript knowledge and React experience can transform UI responsiveness.
[Narration]
JavaScript is the heart of your frontend craft at Truffaire. With your React experience, you know the basics. Now, sharpen your skills: fine-tune component lifecycles, manage state smartly, and squash performance bottlenecks. This mastery means faster, smoother user experiences that can handle real-world complexity.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Apply your AI skills to create smart, user-centered React interfaces.
[Takeaway]
Fuse deep learning models with React to deliver next-level intelligent interfaces tailored to Truffaire users.
[Speaker Notes]
Leverage your Audidex and Dictait projects to innovate frontend intelligence at Truffaire.
[Narration]
Your AI projects with TensorFlow and Librosa set you apart. Imagine embedding these models directly into Truffaire’s React apps, letting interfaces predict user needs or detect audio cues live. Integrate Whisper-powered transcription for accessible, voice-driven navigation. This is how frontend meets smart 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Combine your full-stack and cloud skills to streamline deployment and scalability.
[Takeaway]
Implement robust cloud and DevOps strategies to keep Truffaire’s frontend performant and reliable at scale.
[Speaker Notes]
Your VPS deployment and Docker experience align perfectly with maintaining Truffaire’s uptime and speed.
[Narration]
You’ve deployed complex apps on VPS using Docker and Git—now apply that know-how to deliver Truffaire’s frontend with zero downtime and blazing speed. Automate deployments, monitor performance, and catch errors in real-time, ensuring your users always get a smooth experience no matter the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Harnessing Python for Frontend Innovation</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1</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Python's Hidden Frontend Powers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Python can automate and extend frontend development effectively.</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Explore cases where Python scripts can accelerate frontend workflows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Understand bridging techniques between Python and JavaScript tools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Review your Dictait project’s approach to local automation for inspiration</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Animation showing Python scripts triggering automation in frontend build pipeline alongside React components.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Use Python as a secret weapon to automate and enhance frontend tasks, leveraging your existing scripting experience.</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Emphasize how your Python experience uniquely positions you to build tools that save frontend dev time.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Harnessing Python for Frontend Innovation</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2</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Building Bridges: Python-JavaScript Integration</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Smooth interoperability between Python and JavaScript boosts frontend flexibility.</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Understand how to create APIs in Python that serve frontend React apps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Learn to use WebSockets and RESTful APIs from your FastAPI backend</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Leverage Python scripts to preprocess data consumed by JavaScript components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Diagram depicting data flow from FastAPI Python endpoints to React frontend components with WebSocket animations.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Master Python-JavaScript integration to create seamless, dynamic frontend features powered by your backend expertise.</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Connect your backend FastAPI and frontend React expertise to unify full-stack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Harnessing Python for Frontend Innovation</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3</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Mastering JavaScript for Reactive Frontends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Deepen your JS skills to build faster, scalable React apps.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Optimize React component rendering using hooks and context API</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Implement state management patterns suited for scalable UI</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Debug complex JavaScript performance issues effectively</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Split-screen showing React developer tools profiling component updates vs optimized component code side-by-side.</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Elevate your JS skills to produce high-performance, maintainable React code ready for Truffaire’s demanding frontends.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Highlight how your deep JavaScript knowledge and React experience can transform UI responsiveness.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Harnessing Python for Frontend Innovation</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4</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Deep Learning Meets Frontend: Intelligent UX</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Apply your AI skills to create smart, user-centered React interfaces.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Embed TensorFlow models for on-device predictions within React apps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audio processing with Librosa and Whisper for real-time interaction</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Design interfaces that respond dynamically to AI-driven user context</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Animated React UI showing live audio waveform and transcription overlay powered by embedded AI model.</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Fuse deep learning models with React to deliver next-level intelligent interfaces tailored to Truffaire users.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Leverage your Audidex and Dictait projects to innovate frontend intelligence at Truffaire.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Harnessing Python for Frontend Innovation</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5</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End-to-End Cloud and DevOps for Frontend Excellence</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Combine your full-stack and cloud skills to streamline deployment and scalability.</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Deploy React apps on VPS with CI/CD pipelines powered by Git and Docker</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Manage backend services like FastAPI and Redis for frontend resilience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Configure monitoring and real-time alerting for frontend errors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Workflow diagram showing Git commits triggering Docker build and automated deployment to VPS with monitoring dashboards.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Implement robust cloud and DevOps strategies to keep Truffaire’s frontend performant and reliable at scale.</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Your VPS deployment and Docker experience align perfectly with maintaining Truffaire’s uptime and speed.</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Rellax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Harnessing Python for Frontend Innovation</dc:title>
  <dc:subject>Although Python is often seen as a backend and data science language, your strong foundation and projects like Dictait show its power for frontend tooling and automation. We'll explore advanced Python techniques that can streamline your frontend workflows at Truffaire, integrate with your JavaScript codebase, and elevate development speed.</dc:subject>
  <dc:creator>Rellax</dc:creator>
  <cp:lastModifiedBy>Rellax</cp:lastModifiedBy>
  <cp:revision>1</cp:revision>
  <dcterms:created xsi:type="dcterms:W3CDTF">2026-03-21T06:31:23Z</dcterms:created>
  <dcterms:modified xsi:type="dcterms:W3CDTF">2026-03-21T06:31:23Z</dcterms:modified>
</cp:coreProperties>
</file>