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Instant frontend updates via bi-directional protocols.
[Takeaway]
Use WebSockets to craft responsive, real-time frontend updates for live IoT data streams.
[Speaker Notes]
Tie into your surveillance real-time alert system experience.
[Narration]
Users expect up-to-the-moment updates. With your IoT and VPS background, you can implement WebSockets that push device data straight to React interfaces without delay, like your surveillance app’s alert stream. Handling reconnections ensures Truffaire’s frontend never misses a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Embed video and audio streams seamlessly in React apps.
[Takeaway]
Integrate real-time multimedia streams in frontend for immersive, intelligent user experiences.
[Speaker Notes]
Use your smart mirror’s live camera and face recognition features as concrete use cases.
[Narration]
Your smart mirror uses cameras and face recognition live streams. Delivering those to a React app means embedding video feeds with minimal lag. Combine with your AI pipelines to make interactive experiences that adapt as users move through Truffaire’s platform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containerization and VPS to deploy resilient frontend systems.
[Takeaway]
Master cloud tools and containerization to deploy reliable, scalable frontend applications efficiently.
[Speaker Notes]
Relate back to your expert VPS and Docker deployments for startup-level projects.
[Narration]
Consistent deployments mean fewer bugs and faster updates. Dockerizing your React apps guarantees the same environment everywhere. Pair this with automated Git pipelines that trigger VPS deployments and monitor usage so Truffaire’s frontend scales seamlessly as user count climbs.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Real-Time Frontend Experiences with Cloud and IoT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WebSockets: The Pulse of Real-Time UIs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Instant frontend updates via bi-directional protocols.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up WebSocket connections in React efficiently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connection drops and retries gracefully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Sync live IoT device status to frontend displays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two-way WebSocket communication between device backend and React frontend UI with connection status indicators.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WebSockets to craft responsive, real-time frontend updates for live IoT data streams.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Tie into your surveillance real-time alert system experience.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Real-Time Frontend Experiences with Cloud and IoT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Live Streaming Integration in Frontend</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Embed video and audio streams seamlessly in React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HTML5 video/audio APIs to integrate streams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bandwidth and latency for smooth playback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streaming with AI features like face recognition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React UI showing live video feed with overlaid dynamic face recognition bounding boxes.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Integrate real-time multimedia streams in frontend for immersive, intelligent user experiences.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Use your smart mirror’s live camera and face recognition features as concrete use cases.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Real-Time Frontend Experiences with Cloud and IoT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Cloud Deployment for Frontend Scalability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containerization and VPS to deploy resilient frontend systems.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Dockerize React apps for consistent builds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 deployments using Git workflows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Monitor cloud resources and scale dynamically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Pipeline flowchart from Git push triggering Docker build, VPS deploy, and monitoring dashboard metrics.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 cloud tools and containerization to deploy reliable, scalable frontend applications efficiently.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Relate back to your expert VPS and Docker deployments for startup-level projects.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Frontend Experiences with Cloud and IoT</dc:title>
  <dc:subject>Capitalize on your experience with Raspberry Pi, Android Automotive OS, and VPS deployment to build real-time, secure frontend features. This module teaches how to link cloud services, real-time alerts, and streaming into polished UIs at Truffaire.</dc:subject>
  <dc:creator>Rellax</dc:creator>
  <cp:lastModifiedBy>Rellax</cp:lastModifiedBy>
  <cp:revision>1</cp:revision>
  <dcterms:created xsi:type="dcterms:W3CDTF">2026-03-21T06:31:24Z</dcterms:created>
  <dcterms:modified xsi:type="dcterms:W3CDTF">2026-03-21T06:31:24Z</dcterms:modified>
</cp:coreProperties>
</file>