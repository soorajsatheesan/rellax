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APIs are the contract between frontend and backend.
[Takeaway]
Design and secure APIs that are robust, easy for frontend to consume, and safe.
[Speaker Notes]
Your backend-built fashion assistant benefits from secure APIs. Let’s sharpen your skills to lock down access and make your frontend’s life easier with predictable, safe data contracts.
[Narration]
APIs power your frontend experiences but can expose vulnerabilities. Using standards like OAuth2 for authentication and careful validation stops attacks, protecting Truffaire’s users and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Authentication is critical for user trust and data privacy.
[Takeaway]
Manage authentication tokens securely and smoothly within frontend applications.
[Speaker Notes]
Your experience with secure authentication can be elevated by mastering how frontend apps manage sessions and tokens, ensuring smooth and safe user login flows at Truffaire.
[Narration]
Tokens are the keys to the castle. Your React app must keep them safe and refresh them timely to maintain user sessions without interrupting the experience. This balance builds user trust and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Make deployment repeatable, scalable, and manageable.
[Takeaway]
Use Docker and VPS best practices to confidently deploy and scale full stack applications.
[Speaker Notes]
You’ve deployed on VPS before, Sudarshan. We’ll sharpen your containerization and pipeline skills so Truffaire’s products stay reliable as they grow.
[Narration]
Docker containers wrap your apps into portable units. Combined with VPS hosting secured by SSH keys and firewalls, you get stable, scalable deployments that can be updated in minutes—crucial as Truffaire products evolve.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Backend Essentials for Frontend Engineers: APIs, Security, and Deployment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Crafting Secure RESTful APIs for Frontend Use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APIs are the contract between frontend and backend.</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Design clear, versioned API endpoints with FastAPI.</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OAuth2 and JWT for secure authentication.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Validate and sanitize inputs to prevent attacks.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of FastAPI endpoint workflow with OAuth2 JWT token authorization flow.</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Design and secure APIs that are robust, easy for frontend to consume, and safe.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backend-built fashion assistant benefits from secure APIs. Let’s sharpen your skills to lock down access and make your frontend’s life easier with predictable, safe data contracts.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Backend Essentials for Frontend Engineers: APIs, Security, and Deployment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Authentication Patterns Frontend Engineers Must Know</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Authentication is critical for user trust and data privacy.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token-based auth flows from frontend to backend.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Manage session state and token renewal gracefully in React apps.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Handle secure storage of sensitive credentials locally.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Sequence diagram showing React frontend requesting JWT token, storing securely, and renewing before expiry.</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Manage authentication tokens securely and smoothly within frontend applications.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experience with secure authentication can be elevated by mastering how frontend apps manage sessions and tokens, ensuring smooth and safe user login flows at Truffaire.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Backend Essentials for Frontend Engineers: APIs, Security, and Deployment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Deploying Full Stack Apps on VPS with Docker</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Make deployment repeatable, scalable, and manageable.</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Containerize frontend and backend apps using Docker.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Set up VPS environments with secure SSH and firewall configurations.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Automate deployment pipelines for quick updates.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Infrastructure diagram showing Docker containers deployed on VPS with CI/CD pipeline flow.</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Use Docker and VPS best practices to confidently deploy and scale full stack applications.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You’ve deployed on VPS before, Sudarshan. We’ll sharpen your containerization and pipeline skills so Truffaire’s products stay reliable as they grow.</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Backend Essentials for Frontend Engineers: APIs, Security, and Deployment</dc:title>
  <dc:subject>Expand your backend comprehension to build secure, scalable APIs and efficiently deploy frontend-backend solutions at Truffaire.</dc:subject>
  <dc:creator>Rellax</dc:creator>
  <cp:lastModifiedBy>Rellax</cp:lastModifiedBy>
  <cp:revision>1</cp:revision>
  <dcterms:created xsi:type="dcterms:W3CDTF">2026-03-21T06:35:34Z</dcterms:created>
  <dcterms:modified xsi:type="dcterms:W3CDTF">2026-03-21T06:35:34Z</dcterms:modified>
</cp:coreProperties>
</file>