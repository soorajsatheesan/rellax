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
Choose the right tools for performance and usability.
[Takeaway]
Master Flutter and React UI models to build consistent, performant cross-platform apps.
[Speaker Notes]
You juggle Flutter for mobile and React for web at Truffaire. Let’s examine their core UI architectures to exploit each framework’s strengths in delivering sleek, consistent user experiences.
[Narration]
Flutter’s widgets build your apps like LEGO, while React’s virtual DOM efficiently paints web UIs. Knowing their differences lets you tailor apps that feel native, yet share a seamless design language from Figma mockups you craft.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
Keep interfaces fast and smooth under real-world use.
[Takeaway]
Apply smart state management to optimize frontend rendering across platforms.
[Speaker Notes]
Your complex apps need silky-smooth UI updates. Effective state management cuts lag and enhances UX for Truffaire’s active users across devices.
[Narration]
UI speed is vital. In React, smart hooks prevent unwanted re-rendering, while Flutter’s providers let you control when widgets rebuild. Together, these tactics keep your apps feeling lightning-fast.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
Create intuitive, brand-consistent experiences, mobile to web.
[Takeaway]
Use Figma-driven design processes to unify UX across mobile and web platforms.
[Speaker Notes]
Your design chops with Figma are key to making Truffaire’s apps shine. We’ll align design and development flows for experiences that delight no matter the device.
[Narration]
Consistent UX builds trust and brand identity. Prototyping with Figma lets you iterate quickly, then apply those designs faithfully in Flutter and React, delivering seamless cross-platform journeys.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Cross-Platform UI Design and Performance with Flutter and React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0" y="3108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Balancing Flutter and React UI Approaches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right tools for performance and usability.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217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widget trees vs virtual DOM.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platform-specific capabilities in Flutter and React.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shared design language with Figma.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1508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EFE9"/>
          </a:solidFill>
          <a:ln w="12700">
            <a:solidFill>
              <a:srgbClr val="C7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83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4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Split-screen animation: left shows Flutter widget tree hierarchy; right shows React virtual DOM diffing process.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886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2EBDD"/>
          </a:solidFill>
          <a:ln w="12700">
            <a:solidFill>
              <a:srgbClr val="E1D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069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343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Flutter and React UI models to build consistent, performant cross-platform apps.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note: You juggle Flutter for mobile and React for web at Truffaire. Let’s examine their core UI architectures to exploit each framework’s strengths in delivering sleek, consistent user experiences.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Cross-Platform UI Design and Performance with Flutter and React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0" y="3108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Optimizing State and Rendering for Speed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interfaces fast and smooth under real-world use.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217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effective state management in React with hooks.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Flutter’s Provider and Riverpod for scalable state control.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unnecessary re-renders and UI jank.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1508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EFE9"/>
          </a:solidFill>
          <a:ln w="12700">
            <a:solidFill>
              <a:srgbClr val="C7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83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4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showing React hook state lifecycle and Flutter provider updates controlling widget rebuilds.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886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2EBDD"/>
          </a:solidFill>
          <a:ln w="12700">
            <a:solidFill>
              <a:srgbClr val="E1D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069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343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smart state management to optimize frontend rendering across platforms.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note: Your complex apps need silky-smooth UI updates. Effective state management cuts lag and enhances UX for Truffaire’s active users across devices.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Cross-Platform UI Design and Performance with Flutter and React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0" y="3108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Designing Unified UX Across Platforms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intuitive, brand-consistent experiences, mobile to web.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217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Figma to prototype designs for both mobile and web.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interaction patterns consistent across Flutter and React.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Incorporate user feedback loops for continuous refinement.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1508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EFE9"/>
          </a:solidFill>
          <a:ln w="12700">
            <a:solidFill>
              <a:srgbClr val="C7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83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4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Multi-device Figma prototype showing harmonized UI elements for mobile (Flutter) and web (React).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886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2EBDD"/>
          </a:solidFill>
          <a:ln w="12700">
            <a:solidFill>
              <a:srgbClr val="E1D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069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343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Figma-driven design processes to unify UX across mobile and web platforms.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note: Your design chops with Figma are key to making Truffaire’s apps shine. We’ll align design and development flows for experiences that delight no matter the device.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Cross-Platform UI Design and Performance with Flutter and React</dc:title>
  <dc:subject>Enhance your cross-platform app designs by mastering Flutter and React performance optimizations tailored for Truffaire's fashion and smart device ecosystems.</dc:subject>
  <dc:creator>Rellax</dc:creator>
  <cp:lastModifiedBy>Rellax</cp:lastModifiedBy>
  <cp:revision>1</cp:revision>
  <dcterms:created xsi:type="dcterms:W3CDTF">2026-03-21T06:35:34Z</dcterms:created>
  <dcterms:modified xsi:type="dcterms:W3CDTF">2026-03-21T06:35:34Z</dcterms:modified>
</cp:coreProperties>
</file>