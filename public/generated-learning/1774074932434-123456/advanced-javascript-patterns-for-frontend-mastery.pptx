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Mastering async is essential for fluid UIs.
[Takeaway]
Use a deep understanding of JavaScript’s async mechanisms to create seamless frontend experiences.
[Speaker Notes]
Sudarshan, you already handle asynchronous tasks in your projects, but let's unpack how understanding the event loop deeply can prevent UI freezes and bugs, especially in your React applications.
[Narration]
Ever wondered what really happens under the hood when your React app fetches data? It's the event loop juggling your code and keeping the UI fluid. Understanding promises and async/await isn’t just syntax; it’s the secret to smooth, responsive interfaces that your users at Truffaire will love.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Modular code boosts maintainability and teamwork.
[Takeaway]
Adopt ES6+ modular patterns to keep frontend codebases clear and agile.
[Speaker Notes]
Your React work benefits greatly from cleaner, modular code. We'll build on ES6+ syntax you use regularly, pushing your code’s clarity and scalability further, crucial for Truffaire’s evolving frontend.
[Narration]
Breaking code into manageable parts makes collaboration smoother and bugs easier to squash. Using the latest ES6+ features lets you write less code that does more—a fit for your fast-paced development at Truffaire.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Integrate your Python backend skills seamlessly with frontend workflows.
[Takeaway]
Use your backend Python skills to enhance frontend responsiveness with smart API integration.
[Speaker Notes]
Your Python and FastAPI knowledge gives you an edge. Let's explore how to leverage that backend logic directly in frontend interactions, streamlining your full-stack workflow at Truffaire.
[Narration]
Your backend powers complex logic, but how should the frontend talk back? Using REST APIs or WebSockets, you can create dynamic interfaces that respond instantly to live data—blurring lines between frontend and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JavaScript Patterns for Frontend Mastery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Rethink Async: Promises, Async/Await, and Event Loops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Mastering async is essential for fluid UIs.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Explore the event loop and how async affects UI responsiveness.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Compare callback patterns, promises, and async/await in practical UI scenarios.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async constructs to optimize API calls in React apps.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Animated diagram of JavaScript event loop showing call stack, event queue, promises resolving, and async/await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a deep understanding of JavaScript’s async mechanisms to create seamless frontend experiences.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Sudarshan, you already handle asynchronous tasks in your projects, but let's unpack how understanding the event loop deeply can prevent UI freezes and bugs, especially in your React applications.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JavaScript Patterns for Frontend Mastery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Modular JavaScript and ES6+ Features in React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Modular code boosts maintainability and teamwork.</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JavaScript modules to structure React components efficiently.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destructuring, spread operators, and template literals to simplify code.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named imports and exports for clearer, reusable codebases.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Side-by-side code comparison showing traditional JavaScript vs modular ES6+ in React component imports and exports.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Adopt ES6+ modular patterns to keep frontend codebases clear and agile.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React work benefits greatly from cleaner, modular code. We'll build on ES6+ syntax you use regularly, pushing your code’s clarity and scalability further, crucial for Truffaire’s evolving frontend.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JavaScript Patterns for Frontend Mastery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Bridging Python Backend Logic with Frontend Interaction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Integrate your Python backend skills seamlessly with frontend workflows.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 API consumption patterns in frontend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WebSocket and RESTful integration techniques with FastAPI backends.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Map Python data structures to frontend state management.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Workflow illustration showing FastAPI backend responding to React frontend via REST and WebSocket channels.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your backend Python skills to enhance frontend responsiveness with smart API integration.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Python and FastAPI knowledge gives you an edge. Let's explore how to leverage that backend logic directly in frontend interactions, streamlining your full-stack workflow at Truffaire.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JavaScript Patterns for Frontend Mastery</dc:title>
  <dc:subject>Leverage your existing JavaScript experience to unlock advanced, scalable patterns and techniques that will elevate your frontend projects at Truffaire.</dc:subject>
  <dc:creator>Rellax</dc:creator>
  <cp:lastModifiedBy>Rellax</cp:lastModifiedBy>
  <cp:revision>1</cp:revision>
  <dcterms:created xsi:type="dcterms:W3CDTF">2026-03-21T06:35:32Z</dcterms:created>
  <dcterms:modified xsi:type="dcterms:W3CDTF">2026-03-21T06:35:32Z</dcterms:modified>
</cp:coreProperties>
</file>