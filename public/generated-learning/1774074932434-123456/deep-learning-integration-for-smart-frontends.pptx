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Bring AI closer to the user with client-side models.
[Takeaway]
Leverage TensorFlow.js to deliver responsive AI features inside frontend apps.
[Speaker Notes]
You’ve crafted powerful AI backend models, Sudarshan. Imagine running parts of this intelligence directly in your frontend, speeding up responses and enhancing privacy in your Truffaire apps.
[Narration]
Running AI right in the browser cuts latency and empowers users with instant feedback. TensorFlow.js lets you reuse your Python TensorFlow models in React, bringing machine learning magic to your frontend interfaces.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Make AI outputs understandable and engaging for users.
[Takeaway]
Design frontend AI components that communicate predictions clearly and allow user interactivity.
[Speaker Notes]
Your audio deepfake detection UI was impressive. Now, let’s refine how AI results communicate with users, keeping interfaces intuitive for Truffaire’s clientele.
[Narration]
An AI feature isn’t useful if users don’t get it. By weaving clear visual cues and interactive input, you turn complex models into intuitive tools that keep users engaged and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Smoothly flow data from your Python backend into actionable frontend analytics.
[Takeaway]
Build efficient data flows integrating backend AI and frontend visualization for dynamic user experiences.
[Speaker Notes]
Your full-stack expertise means you can craft seamless pipelines from backend AI to frontend dashboards, critical for delivering data-rich features in Truffaire’s smart applications.
[Narration]
From complex model outputs to clean frontends, managing data pipelines ensures users see the right insights at the right time. Streaming data live and caching cleverly keeps your interfaces quick and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Learning Integration for Smart Frontends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Running TensorFlow Models in the Browser</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Bring AI closer to the user with client-side models.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TensorFlow.js to load models in React apps.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models for browser performance.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Balance between client and server inference for best results.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React app UI with embedded TensorFlow.js inference visualizing real-time predictions.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Leverage TensorFlow.js to deliver responsive AI features inside frontend apps.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You’ve crafted powerful AI backend models, Sudarshan. Imagine running parts of this intelligence directly in your frontend, speeding up responses and enhancing privacy in your Truffaire apps.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Learning Integration for Smart Frontends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Real-Time AI Visualization and User Interaction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Make AI outputs understandable and engaging for users.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Design dynamic visualizations of AI predictions.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Integrate user input to refine model outputs live.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Ensure smooth UI updates with React state and hooks.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Animated chart showing live updating AI confidence scores alongside user input controls in a React app.</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Design frontend AI components that communicate predictions clearly and allow user interactivity.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 audio deepfake detection UI was impressive. Now, let’s refine how AI results communicate with users, keeping interfaces intuitive for Truffaire’s clientele.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Learning Integration for Smart Frontends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Data Pipelines from Backend to Frontend</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Smoothly flow data from your Python backend into actionable frontend analytics.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Transform raw model outputs into UI-friendly formats.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WebSocket streams for live data feeds.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Implement caching strategies with Redis and React state.</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data flow from TensorFlow backend through Redis cache into React frontend visualization components.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Build efficient data flows integrating backend AI and frontend visualization for dynamic user experiences.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Your full-stack expertise means you can craft seamless pipelines from backend AI to frontend dashboards, critical for delivering data-rich features in Truffaire’s smart applications.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Integration for Smart Frontends</dc:title>
  <dc:subject>Extend your deep learning expertise by embedding AI-powered features directly into frontend applications for smarter user experiences at Truffaire.</dc:subject>
  <dc:creator>Rellax</dc:creator>
  <cp:lastModifiedBy>Rellax</cp:lastModifiedBy>
  <cp:revision>1</cp:revision>
  <dcterms:created xsi:type="dcterms:W3CDTF">2026-03-21T06:35:33Z</dcterms:created>
  <dcterms:modified xsi:type="dcterms:W3CDTF">2026-03-21T06:35:33Z</dcterms:modified>
</cp:coreProperties>
</file>