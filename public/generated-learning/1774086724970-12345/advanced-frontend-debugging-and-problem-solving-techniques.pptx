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Employ conditional breakpoints and async stack traces to isolate complex bugs in React/Next.js apps.
[Takeaway]
Using conditional breakpoints with async stack traces and reliable source maps lets you pinpoint React/Next.js bugs with precision, saving debugging time.
[Speaker Notes]
Focus on how conditional breakpoints empower debugging by triggering only when very specific state or prop values meet your criteria, dramatically reducing noise in complex React call stacks. Stress enabling async call stacks in DevTools to maintain meaningful stack traces through asynchronous code, which often complicates debugging. Highlight how correct source map configuration in Next.js transforms minified bundles into original, readable code, essential for pinpointing bugs. Emphasize inspecting live React state and props during breakpoints as a superior alternative to scattered console logs. Caution instructors to mention pitfalls like stale caches causing breakpoints to fail, and ensure learners understand how to reliably clear cache and refresh source maps.
[Narration]
Hey, Sudarshan, when debugging React or Next.js apps, conditional breakpoints are a secret weapon. Instead of pausing everywhere, you tell Chrome DevTools to halt execution only when specific props or state values hit a condition, say a user ID match. This sharpens your focus, letting you zero in on elusive bugs amid complex component trees. Pair this with async stack traces — enabling them in DevTools lets you trace callbacks across Promises or async/await boundaries, so you don’t lose sight of origin points. If you've set Next.js `productionBrowserSourceMaps` to true, you can debug your transpiled, bundled code as if it were your original source, which is a huge time-saver. Finally, inspect the live React state and props during these breakpoints—this dynamic introspection beats adding countless console logs. Just watch out for caching and stale source maps that can throw off your breakpoints.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Detect slow React lifecycles and memory leaks through CPU and Heap profiling.
[Takeaway]
Systematic CPU and memory profiling allows you to uncover hidden React performance issues and memory leaks, enabling smoother user experiences.
[Speaker Notes]
Explain how CPU profiling via Chrome DevTools Performance tab captures the JavaScript call stack during interaction, revealing expensive React lifecycle functions or unnecessary re-renders. Teach reading React Profiler API metrics to identify wasted renders, a common cause of sluggish UI. Discuss how heap snapshots reveal detached DOM nodes or closures retained longer than necessary, leading to memory leaks affecting app responsiveness. Demonstrate allocation instrumentation on the timeline to link memory allocations with user actions. Point out that Next.js hydration issues can cause layout thrashing and wasted CPU, so profiling hydration is key to optimizing start-up performance.
[Narration]
React apps often hide slowdowns in lifecycle methods or memory leaks that degrade user experience. To catch CPU hogs, start by recording performance profiles while interacting with components—Chrome DevTools’ Performance tab will lay out a flame chart showing where your CPU time really goes. Leverage React’s Profiler API too; it helps you spot wasted renders or components that update unnecessarily, which can drain resources. For memory, heap snapshots are your best friend—they expose detached DOM nodes or closures stubbornly lingering in memory, signposts of leaks. Allocation instrumentation on the timeline lets you connect memory bloat to specific user actions, invaluable for targeted fixes. In Next.js, don’t forget hydration time—the switch from server to client render can cause thrashing and CPU waste if not profiled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Use Chrome DevTools to monitor, replay, and simulate network requests and failures for resilient frontend behavior.
[Takeaway]
Mastering network request inspection and simulation empowers you to build fault-tolerant frontend systems under varied real-world scenarios.
[Speaker Notes]
Train learners to meticulously inspect API call headers, payloads, and timing details in Network tab for backend integration clarity. Highlight simulating network latency, offline modes, and error responses through DevTools to test robustness. Illustrate copying API requests as fetch scripts to reproduce bugs independently outside the app context. Stress testing retry mechanisms and UI fallback by deliberately muting endpoints can uncover fragile edge cases early. Warn about caching interference; emphasize disabling cache during network debugging. Teach correlating network logs with frontend states to speed up root cause discovery of intermittent failures.
[Narration]
To build resilient frontends, you must master your network traffic. The Network tab in Chrome DevTools lets you inspect each API call’s headers, payload, and advanced timing metrics so you fully understand backend interactions. You can simulate varying network conditions—think artificial latency, offline modes, or outright failures—to see how your app handles real-world glitches. Copying requests as fetch commands lets you recreate scenarios outside your app, invaluable for backend debugging or automated tests. By blocking or delaying API endpoints, you can stress-test your retry logic and fallback UI, uncovering weak spots before your users find them. Just remember to disable cache here; stale responses can mask true network states. Finally, always cross-reference network activity with frontend state and logs to quickly pinpoint intermittent data loading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Apply structured problem isolation and state inspection to diagnose async React bugs and race conditions.
[Takeaway]
A disciplined RCA approach with state inspection and async error catching ensures robust diagnosis and resolution of elusive asynchronous bugs.
[Speaker Notes]
Encourage reducing bugs to minimal reproducible examples to untangle complex asynchronous behavior from extraneous factors. Highlight Redux DevTools’ time-travel debugging as a powerful method to inspect dispatched actions and state mutations over time, revealing where state diverges unexpectedly. Explain tracking all async operations with promise chains and global rejection handlers to catch unhandled errors that silently break flows. Teach scrutinizing stale closures and race conditions in React hooks by comparing closures’ captured values with live state snapshots. Introduce commit history binary search as a practical technique to isolate recent regressions. Stress cross-browser/device testing to uncover platform-specific async inconsistencies.
[Narration]
Async bugs and state inconsistencies are some of the toughest to crack. Start by simplifying the problem: reproduce the bug with minimal code to isolate it from noise. Redux DevTools’ time-travel debugging is invaluable here—you trace each dispatched action and watch how state changes, making it clearer where unexpected mutations occur. For asynchronous traps, carefully monitor promise chains and use global `window.onunhandledrejection` to catch silent errors. Also, stale closures lurking in React hooks can cause your async callbacks to work with outdated state — comparing closures to live state snapshots over time helps spot these. Don’t hesitate to perform a binary search through your Git commits to find when the bug appeared. Finally, test across browsers and devices; subtle platform quirks often underlie weird async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Build resilient React apps by integrating error boundaries, structured logging, and contextual error analytics.
[Takeaway]
Structured runtime error detection and logging combined with error boundaries create resilient user experiences and actionable insights for engineers.
[Speaker Notes]
Explain the architectural role of Error Boundaries as React components that catch rendering errors underneath without crashing the whole app, offering graceful fallback UI. Discuss structured error logging capturing stack traces, component stack traces, and critical context like user actions and snapshots so post-mortems are precise. Show integration with ELK or similar logging platforms for centralized searching and downstream analytics. Emphasize collecting contextual analytics such as error rates, affected users, and environment metadata to prioritize fixes effectively. Discuss using feature flags to selectively enable verbose error reporting in diagnostics builds, balancing info gain vs performance. Cover retry strategies in fallback UI to recover from transient errors gracefully.
[Narration]
React’s Error Boundaries are your frontline guards against runtime crashes—they catch errors in rendering below them and let you show fallback UIs instead of blank screens. Beyond catching errors, you want rich structured logging capturing stack traces, component hierarchy, user interactions, and app state snapshots to diagnose precisely what went wrong. Feeding these logs into centralized systems like ElasticSearch allows engineering teams to search, correlate, and act on issues efficiently. Custom analytics events capturing error frequency, affected users, and browser or feature context help prioritize the most impactful bugs. Feature flags can toggle detailed error reports only in diagnostic builds, protecting production performance. Plus, your fallback UI should ideally offer retry options, enabling users to recover from temporary glitches smoothly.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Automate source maps, profiling, and error monitoring integration within your build and deployment pipelines.
[Takeaway]
Embedding advanced debugging and profiling tools within CI/CD fosters proactive maintenance, faster fixes, and higher app quality at Veyon.
[Speaker Notes]
Cover automating production source map generation and secure uploading as part of Next.js builds triggered by CI/CD pipelines, enabling post-release debugging without manual effort. Discuss scripting Lighthouse audits post-deployment to catch regressions early, generating actionable reports. Teach collecting React Profiler metrics during integration or E2E tests to monitor render efficiency trends over time. Explain semantic logging with severity levels that trigger alerts and populate dashboards highlighting critical issues. Advocate for frequent practice writing minimal repro bugs and automated tests mimicking real-world failures to accelerate diagnostics. Emphasize cross-team collaboration among frontend devs, QA, and DevOps to refine debugging workflows and feedback loops continuously.
[Narration]
To maintain high quality in a fast-moving codebase, integrate your debugging arsenal right into CI/CD pipelines. When building Next.js apps, automate source map generation and upload them securely with your deployments so your error trackers have precise stack traces immediately. Automate Lighthouse performance audits to detect new regressions post-deployment, feeding scripted reports back to your team. Run React Profiler metrics during integration tests to track render efficiency trends over time, spotting slowdowns before users do. Use semantic logging with different severity levels to power alert systems and dashboards that highlight urgent issues. Encourage writing minimal reproducible bugs and automated tests simulating production failures frequently. Finally, foster strong collaboration between frontend, QA, and DevOps—closing feedback loops ensures your debugging and profiling processes evolve proactively.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Advanced Frontend Debugging and Problem-Solving Techniques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Mastering JavaScript Debugging with Chrome DevTools in React/Next.js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Employ conditional breakpoints and async stack traces to isolate complex bugs in React/Next.js apps.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Set conditional breakpoints on React props/state expressions to pause code precisely when specific component conditions occur.</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Enable 'Async' stack traces to trace callback origins across asynchronous calls in Promises, async/await, or event handlers.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Leverage source maps by configuring Next.js's 'productionBrowserSourceMaps: true' to debug transpiled and bundled code with original sources.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Inspect React state and props dynamically during breakpoints to understand runtime data flow without adding manual console logs.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common pitfalls like breakpoints not triggering due to outdated source maps or caching interfering with reloads.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Chrome DevTools showing a conditional breakpoint set inside React component code with async call stack visible.</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Using conditional breakpoints with async stack traces and reliable source maps lets you pinpoint React/Next.js bugs with precision, saving debugging time.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Focus on how conditional breakpoints empower debugging by triggering only when very specific state or prop values meet your criteria, dramatically reducing noise in complex React call stacks. Stress enabling async call stacks in DevTools to maintain meaningful stack traces through asynchronous code, which often complicates debugging. Highlight how correct source map configuration in Next.js transforms minified bundles into original, readable code, essential for pinpointing bugs. Emphasize inspecting live React state and props during breakpoints as a superior alternative to scattered console logs. Caution instructors to mention pitfalls like stale caches causing breakpoints to fail, and ensure learners understand how to reliably clear cache and refresh source maps.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Advanced Frontend Debugging and Problem-Solving Techniques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Profiling React Applications for CPU and Memory Bottlenecks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Detect slow React lifecycles and memory leaks through CPU and Heap profiling.</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Chrome DevTools Performance tab to record CPU profiles while interacting with React components to identify expensive render/update cycles.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Analyze React Profiler API data for wasted renders and inefficient component re-renders causing UI sluggishness.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Heap snapshots reveal detached DOM nodes or retained closures causing memory leaks; track these to prevent performance degradation.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Employ allocation instrumentation on Timeline to watch memory allocations correlated with user actions in React apps.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 Next.js, profile hydration time to detect server-client render mismatches leading to layout thrashing and wasted CPU.</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Flame chart representation of React component rendering and CPU consumption during profiling.</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Systematic CPU and memory profiling allows you to uncover hidden React performance issues and memory leaks, enabling smoother user experiences.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how CPU profiling via Chrome DevTools Performance tab captures the JavaScript call stack during interaction, revealing expensive React lifecycle functions or unnecessary re-renders. Teach reading React Profiler API metrics to identify wasted renders, a common cause of sluggish UI. Discuss how heap snapshots reveal detached DOM nodes or closures retained longer than necessary, leading to memory leaks affecting app responsiveness. Demonstrate allocation instrumentation on the timeline to link memory allocations with user actions. Point out that Next.js hydration issues can cause layout thrashing and wasted CPU, so profiling hydration is key to optimizing start-up performance.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Advanced Frontend Debugging and Problem-Solving Techniques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Advanced Network Debugging and API Failure Simulation</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Use Chrome DevTools to monitor, replay, and simulate network requests and failures for resilient frontend behavior.</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Inspect HTTP headers, payloads, and timing details of REST API calls in the Network tab to diagnose backend communication issues.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Simulate network conditions like latency, offline mode, and failed responses directly via DevTools for robust app testing.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Copy network requests as fetch scripts to reproduce and test API calls outside the app context, easing backend troubleshooting.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Test retry logic and UI fallback states by artificially delaying or blocking API endpoints, catching edge cases early.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Beware of caching hiding true network states — disable cache in DevTools when debugging API responses to avoid stale data.</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Correlate network failures with frontend state and logs to quickly isolate root causes of intermittent data loading bugs.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Chrome DevTools network panel showing API request detail with timing and simulated offline mode.</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Mastering network request inspection and simulation empowers you to build fault-tolerant frontend systems under varied real-world scenarios.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Train learners to meticulously inspect API call headers, payloads, and timing details in Network tab for backend integration clarity. Highlight simulating network latency, offline modes, and error responses through DevTools to test robustness. Illustrate copying API requests as fetch scripts to reproduce bugs independently outside the app context. Stress testing retry mechanisms and UI fallback by deliberately muting endpoints can uncover fragile edge cases early. Warn about caching interference; emphasize disabling cache during network debugging. Teach correlating network logs with frontend states to speed up root cause discovery of intermittent failures.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Advanced Frontend Debugging and Problem-Solving Techniques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4</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Systematic Root Cause Analysis for Asynchronous Bugs and State Issues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Apply structured problem isolation and state inspection to diagnose async React bugs and race conditions.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Simulate and reproduce bugs with simplified minimal code to isolate problematic behavior away from noise.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Redux DevTools time-travel debugging to inspect dispatched actions and state mutations, pinpointing inconsistent state updates.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Monitor and log all asynchronous operations with promise chains; use global 'window.onunhandledrejection' handlers for uncaught errors.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Analyze stale closures and race conditions in async React hooks by cross-verifying current state vs closures over time.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Employ binary search in commit history to locate regressions introduced by recent changes.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Test across browsers and devices using BrowserStack to uncover platform-specific differences affecting async behaviors.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Redux DevTools showing action history with state diffing and time travel capabilities.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A disciplined RCA approach with state inspection and async error catching ensures robust diagnosis and resolution of elusive asynchronous bugs.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Encourage reducing bugs to minimal reproducible examples to untangle complex asynchronous behavior from extraneous factors. Highlight Redux DevTools’ time-travel debugging as a powerful method to inspect dispatched actions and state mutations over time, revealing where state diverges unexpectedly. Explain tracking all async operations with promise chains and global rejection handlers to catch unhandled errors that silently break flows. Teach scrutinizing stale closures and race conditions in React hooks by comparing closures’ captured values with live state snapshots. Introduce commit history binary search as a practical technique to isolate recent regressions. Stress cross-browser/device testing to uncover platform-specific async inconsistencies.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Advanced Frontend Debugging and Problem-Solving Techniques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5</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Implementing Advanced Runtime Error Handling in React</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Build resilient React apps by integrating error boundaries, structured logging, and contextual error analytics.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Wrap component trees in Error Boundaries to catch render-time errors without crashing the entire app; provide fallback UI.</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Log error details including stack traces, component stack, user actions, and app state snapshots in structured JSON for centralized analysis.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Integrate frontend logs with ElasticSearch or similar to enable searching and correlation with backend errors.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custom analytics events to capture error rates, affected users, and environmental conditions (browsers, features).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Utilize feature flags to enable verbose error reporting only in diagnostic builds, avoiding performance impact in production.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Implement retry mechanisms in fallback UI to allow recovery from transient errors gracefully.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depicting error propagation with React Error Boundaries capturing rendering errors and logging them.</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Structured runtime error detection and logging combined with error boundaries create resilient user experiences and actionable insights for engineers.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the architectural role of Error Boundaries as React components that catch rendering errors underneath without crashing the whole app, offering graceful fallback UI. Discuss structured error logging capturing stack traces, component stack traces, and critical context like user actions and snapshots so post-mortems are precise. Show integration with ELK or similar logging platforms for centralized searching and downstream analytics. Emphasize collecting contextual analytics such as error rates, affected users, and environment metadata to prioritize fixes effectively. Discuss using feature flags to selectively enable verbose error reporting in diagnostics builds, balancing info gain vs performance. Cover retry strategies in fallback UI to recover from transient errors gracefully.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Advanced Frontend Debugging and Problem-Solving Techniques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6</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Integrating Debugging and Profiling into CI/CD for Proactive Quality</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Automate source maps, profiling, and error monitoring integration within your build and deployment pipelines.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Configure your Next.js build to generate and securely upload production source maps to error tracking services with CI/CD hooks.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Automate Lighthouse performance audits post-deployment to catch regressions early with scripted reports.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Incorporate React Profiler metrics collection programmatically during integration tests to monitor render efficiency over time.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Apply semantic logging with severity levels in production to feed alerts and dashboards that highlight critical issues.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Regularly practice writing minimal reproducible bugs and automated test cases simulating production failures for swift root cause verification.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Collaborate closely between frontend developers and QA/DevOps to close feedback loops and fine-tune debugging processes continuously.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CI/CD dashboard showing automated test runs and performance reports integrated with source map upload.</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Embedding advanced debugging and profiling tools within CI/CD fosters proactive maintenance, faster fixes, and higher app quality at Veyon.</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Cover automating production source map generation and secure uploading as part of Next.js builds triggered by CI/CD pipelines, enabling post-release debugging without manual effort. Discuss scripting Lighthouse audits post-deployment to catch regressions early, generating actionable reports. Teach collecting React Profiler metrics during integration or E2E tests to monitor render efficiency trends over time. Explain semantic logging with severity levels that trigger alerts and populate dashboards highlighting critical issues. Advocate for frequent practice writing minimal repro bugs and automated tests mimicking real-world failures to accelerate diagnostics. Emphasize cross-team collaboration among frontend devs, QA, and DevOps to refine debugging workflows and feedback loops continuously.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Frontend Debugging and Problem-Solving Techniques</dc:title>
  <dc:subject>Targets strengthening Sudarshan’s debugging, profiling, and problem-solving skills using browser dev tools, performance auditing, and systematic troubleshooting approaches to build resilient and performant frontend applications.</dc:subject>
  <dc:creator>Rellax</dc:creator>
  <cp:lastModifiedBy>Rellax</cp:lastModifiedBy>
  <cp:revision>1</cp:revision>
  <dcterms:created xsi:type="dcterms:W3CDTF">2026-03-21T09:52:25Z</dcterms:created>
  <dcterms:modified xsi:type="dcterms:W3CDTF">2026-03-21T09:52:25Z</dcterms:modified>
</cp:coreProperties>
</file>