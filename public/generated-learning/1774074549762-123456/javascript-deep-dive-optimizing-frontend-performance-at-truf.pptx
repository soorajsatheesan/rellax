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Master closures, event loops, and promises to optimize React component behavior and API interactions.
[Takeaway]
Deep JavaScript knowledge lets you create React apps that feel responsive and bug-free.
[Speaker Notes]
You’re comfortable with React and JavaScript already. This scene digs deeper, showing how understanding JS core concepts can solve common UI issues and improve data handling within your Truffaire applications.
[Narration]
Closures aren’t just abstract concepts; they’re the backbone to managing state and callbacks cleanly in your React components. Knowing how the event loop schedules tasks lets you avoid freezing the UI during heavy operations. Promises and async/await simplify fetching data from FastAPI backends, especially when combining with your AI model outputs. This sharp JS knowledge directly lifts your frontend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Use developer tools to identify and fix JavaScript bottlenecks affecting user experience.
[Takeaway]
Profiling identifies where your JavaScript drags, letting you optimize React apps for flawless UX.
[Speaker Notes]
At Truffaire, performance is king. Mastering profiling tools helps you pinpoint exactly what slows your app down, even in complex, data-rich AI applications you build.
[Narration]
You’ve got powerful apps, but slowdowns ruin user trust. Profiling tools in your browser track script execution, memory, and state changes so you see exactly what’s causing lag. Spot excessive React re-renders or bloated API calls, then refactor to make the UI zip along. With this, your apps at Truffaire run buttery smooth, no matter how much AI magic they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Implement coding standards and modular patterns facilitating long-term React project growth and teamwork.
[Takeaway]
Clean, modular, and well-documented JS code is critical for scalable frontend development.
[Speaker Notes]
You’re already leading frontend projects. This scene shows how disciplined JS code structure and standards help your team build and scale Truffaire’s complex UI systems efficiently.
[Narration]
React’s component model fits perfectly with modular, well-documented JavaScript. Setting up ESLint and Prettier keeps your code clean and consistent across teams. Reusable hooks and tested components reduce bugs and speed feature rollout. This disciplined approach is what helps Truffaire ship high-quality UI features fast and keep them solid as projects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JavaScript Deep Dive: Optimizing Frontend Performance at Truffaire</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JS Concepts Powering Smooth React Apps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Master closures, event loops, and promises to optimize React component behavior and API interactions.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closures to manage component state and callbacks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Navigate the event loop to avoid UI blocking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promises and async/await for clean asynchronous data fetching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Animated event loop visualization alongside React component lifecycle with closures and promises marked.</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Deep JavaScript knowledge lets you create React apps that feel responsive and bug-free.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You’re comfortable with React and JavaScript already. This scene digs deeper, showing how understanding JS core concepts can solve common UI issues and improve data handling within your Truffaire applications.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JavaScript Deep Dive: Optimizing Frontend Performance at Truffaire</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Profiling and Optimizing JavaScript Performance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Use developer tools to identify and fix JavaScript bottlenecks affecting user experience.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Profile script execution time and memory usage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Detect inefficient React re-renders and excessive state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Refactor critical code for faster DOM manipulation and API calls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 capture style graphic of Chrome DevTools Profiler highlighting slow JS functions and React component re-renders.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Profiling identifies where your JavaScript drags, letting you optimize React apps for flawless UX.</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At Truffaire, performance is king. Mastering profiling tools helps you pinpoint exactly what slows your app down, even in complex, data-rich AI applications you build.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JavaScript Deep Dive: Optimizing Frontend Performance at Truffaire</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Writing Maintainable JavaScript for Scalable Frontend Systems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Implement coding standards and modular patterns facilitating long-term React project growth and teamwork.</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Adopt consistent ESLint rules and code formatting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component-based architecture with reusable hooks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Document JS code and test coverage to ease maintenance</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React component hierarchy annotated with modular JS patterns, linting icons, and testing badges.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Clean, modular, and well-documented JS code is critical for scalable frontend development.</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You’re already leading frontend projects. This scene shows how disciplined JS code structure and standards help your team build and scale Truffaire’s complex UI systems efficiently.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Deep Dive: Optimizing Frontend Performance at Truffaire</dc:title>
  <dc:subject>Elevate your JavaScript skills to create performant, maintainable React applications that perfectly mesh with your backend and AI models.</dc:subject>
  <dc:creator>Rellax</dc:creator>
  <cp:lastModifiedBy>Rellax</cp:lastModifiedBy>
  <cp:revision>1</cp:revision>
  <dcterms:created xsi:type="dcterms:W3CDTF">2026-03-21T06:29:10Z</dcterms:created>
  <dcterms:modified xsi:type="dcterms:W3CDTF">2026-03-21T06:29:10Z</dcterms:modified>
</cp:coreProperties>
</file>