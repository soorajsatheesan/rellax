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Create responsive Flutter interfaces that consume live sensor data and send device commands instantly.
[Takeaway]
Leverage Flutter’s reactive streams and patterns to build live IoT control frontends.
[Speaker Notes]
You built a smart mirror with cross-platform Flutter apps. Let’s elevate that by streaming live sensor data and controlling devices fluidly in your Flutter frontends.
[Narration]
Real-time is everything in IoT. Flutter’s streams let you listen to sensor data updates from your Raspberry Pi and update the UI instantly. The Bloc pattern keeps state organized as you send control commands and receive status back. Designing clear feedback loops means users feel in command of smart devices—a core experience you champion at Truffaire.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Ensure continuous app usability despite intermittent network or device connectivity issues.
[Takeaway]
Build offline-capable IoT frontends that sync smoothly when connections return.
[Speaker Notes]
IoT networks can be flaky. Your app must keep working smoothly at Truffaire, even offline, syncing data smartly when back online.
[Narration]
No network? No problem. By caching recent sensor readings and queued commands locally, your Flutter app stays interactive. Smart reconnect logic tries silently, syncing all changes seamlessly when connectivity returns. Users never notice glitches, just a reliable experience on Truffaire devices, whatever the network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Use your Android Automotive OS knowledge to craft elegant embedded frontends enhancing vehicle infotainment UX at Truffaire.
[Takeaway]
Design adaptive, efficient Android Automotive OS frontends delivering great user experiences in vehicles.
[Speaker Notes]
Your Raspberry Pi and Android Automotive OS work means you can raise Truffaire’s in-vehicle infotainment systems to the next level with responsive, resource-smart frontend features.
[Narration]
In cars, frontends must be responsive and lightweight. Implement layouts that adapt to vertical and wide screens. Media controls and voice commands keep users focused and safe. Efficient code ensures smooth operation within automotive hardware limits — skills you’re uniquely positioned to deliver from your IISc and PESU projects for Truffaire’s future vehicles.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Cross-Platform &amp; IoT Frontend: Building Connected Experiences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Flutter UI for Real-Time IoT Data and Control</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Create responsive Flutter interfaces that consume live sensor data and send device commands instantly.</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Flutter Streams and Bloc pattern to manage IoT state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Connect to Raspberry Pi sensors via WebSocket or MQTT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Design intuitive controls and status feedback UI for devices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Flutter app showing live sensor dashboard with control buttons and data stream graph animating in real time.</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Leverage Flutter’s reactive streams and patterns to build live IoT control frontends.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 built a smart mirror with cross-platform Flutter apps. Let’s elevate that by streaming live sensor data and controlling devices fluidly in your Flutter frontends.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Cross-Platform &amp; IoT Frontend: Building Connected Experiences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Offline-First and Resilience Strategies for IoT Frontends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Ensure continuous app usability despite intermittent network or device connectivity issues.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Implement local caching of sensor data and commands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Gracefully handle network failures and reconnect logic</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Sync states when connection restores to keep UI consistent</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Flow diagram illustrating offline data caching, retry logic, and resynchronization cycles between IoT device and Flutter UI.</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Build offline-capable IoT frontends that sync smoothly when connections return.</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IoT networks can be flaky. Your app must keep working smoothly at Truffaire, even offline, syncing data smartly when back online.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Cross-Platform &amp; IoT Frontend: Building Connected Experiences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Android Automotive OS Frontend Features and Integration</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Use your Android Automotive OS knowledge to craft elegant embedded frontends enhancing vehicle infotainment UX at Truffaire.</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Implement responsive layouts for varied screen sizes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Integrate media controls and voice commands within frontends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Optimize resource usage for automotive hardware constraints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UI mockups of automotive infotainment screens with media controls, map navigation, and voice command interface overlays.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Design adaptive, efficient Android Automotive OS frontends delivering great user experiences in vehicles.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Your Raspberry Pi and Android Automotive OS work means you can raise Truffaire’s in-vehicle infotainment systems to the next level with responsive, resource-smart frontend features.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Cross-Platform &amp; IoT Frontend: Building Connected Experiences</dc:title>
  <dc:subject>Harness your Flutter, Raspberry Pi, and IoT skills to build engaging connected frontend apps bridging physical and digital worlds for Truffaire.</dc:subject>
  <dc:creator>Rellax</dc:creator>
  <cp:lastModifiedBy>Rellax</cp:lastModifiedBy>
  <cp:revision>1</cp:revision>
  <dcterms:created xsi:type="dcterms:W3CDTF">2026-03-21T06:29:12Z</dcterms:created>
  <dcterms:modified xsi:type="dcterms:W3CDTF">2026-03-21T06:29:12Z</dcterms:modified>
</cp:coreProperties>
</file>