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Port existing deep learning models into browser-friendly formats that run efficiently alongside React apps.
[Takeaway]
Deploy AI models client-side for fast, scalable user interactions without backend lag.
[Speaker Notes]
You’ve built robust AI models for smart mirrors and audio detection. Turning these into lightweight TensorFlow.js models brings your AI straight to the user’s device, cutting latency and costs at Truffaire.
[Narration]
Imagine running powerful AI directly in the browser or Flutter app, like the face recognition you crafted at IISc but instant and offline. Converting your TensorFlow models into TensorFlow.js format with quantization makes them compact and fast. Client-side inference means your users get immediate results without server delays. This seamless AI experience is a game-changer for Truffaire’s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Design low-latency model loading and inference architectures integrated with React and Flutter workflows.
[Takeaway]
Use asynchronous loading and off-main-thread inference to maintain responsive AI-enabled frontends.
[Speaker Notes]
Integrating AI smartly means balancing speed and resource use. Your expertise in faster-whisper and PyAudio translates into these frontend optimization tactics vital for Truffaire’s mobile-centric apps.
[Narration]
To keep AI features smooth, loading models only when needed is key. Lazy-loading assets prevent startup lag. Running inference in Web Workers or Flutter isolates frees the UI thread from blocking, making interactions fluid. Mindful memory and battery management keep your apps pleasant on desktops and mobiles alike. These techniques polish your AI integrations to perfection.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Translate model predictions into meaningful UI elements, notifications, and alerts users trust and understand.
[Takeaway]
Design UI that clearly communicates AI insights and keeps users informed with timely alerts.
[Speaker Notes]
Your smart mirror project used outfit recommendations. Now we focus on how to present such AI insights clearly and effectively in React and Flutter frontends at Truffaire.
[Narration]
AI outputs can confuse users if not carefully presented. Show confidence levels clearly—like confidence bars or color codes—so users see AI certainty. Hooks and streams trigger real-time alerts when something important arises, keeping UX interactive and informative. Always provide fallback messages when AI is unsure, to build trust and delight your users at Truffaire.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Learning in Frontend: Integrating AI Models Smoothly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From TensorFlow to TensorFlow.js: Frontend AI Power</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Port existing deep learning models into browser-friendly formats that run efficiently alongside React apps.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TensorFlow.js converters for pretrained models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models with quantization for faster inference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client-side inference reducing backend calls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Side-by-side: original TensorFlow model code and converted TensorFlow.js inference running inside a React app UI.</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Deploy AI models client-side for fast, scalable user interactions without backend lag.</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You’ve built robust AI models for smart mirrors and audio detection. Turning these into lightweight TensorFlow.js models brings your AI straight to the user’s device, cutting latency and costs at Truffaire.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Learning in Frontend: Integrating AI Models Smoothly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Optimizing Deep Learning Pipelines for Real-Time Frontend Interaction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Design low-latency model loading and inference architectures integrated with React and Flutter workflows.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lazy-loading strategies for AI model assets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Web Workers or isolates to offload inference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Manage memory and battery usage on mobile devices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Animated lifecycle graph showing lazy model loading, Web Worker inference, and UI thread freed during React user interactions.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Use asynchronous loading and off-main-thread inference to maintain responsive AI-enabled frontends.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Integrating AI smartly means balancing speed and resource use. Your expertise in faster-whisper and PyAudio translates into these frontend optimization tactics vital for Truffaire’s mobile-centric apps.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Learning in Frontend: Integrating AI Models Smoothly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Connecting AI Outputs to Intuitive UI and Alerts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Translate model predictions into meaningful UI elements, notifications, and alerts users trust and understand.</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Design dynamic UI components reflecting AI confidence scores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real-time alerts based on model outputs using React hooks and Flutter streams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Ensure UX clarity with fallback messaging for uncertain predictions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UI mockup showing outfit recommendation confidence bars, alert pop-ups triggered by model predictions, and fallback text placeholders.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Design UI that clearly communicates AI insights and keeps users informed with timely alerts.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smart mirror project used outfit recommendations. Now we focus on how to present such AI insights clearly and effectively in React and Flutter frontends at Truffaire.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in Frontend: Integrating AI Models Smoothly</dc:title>
  <dc:subject>Transform your deep learning expertise into frontend innovation by embedding AI models in React/Flutter apps with TensorFlow and real-time inferences.</dc:subject>
  <dc:creator>Rellax</dc:creator>
  <cp:lastModifiedBy>Rellax</cp:lastModifiedBy>
  <cp:revision>1</cp:revision>
  <dcterms:created xsi:type="dcterms:W3CDTF">2026-03-21T06:29:11Z</dcterms:created>
  <dcterms:modified xsi:type="dcterms:W3CDTF">2026-03-21T06:29:11Z</dcterms:modified>
</cp:coreProperties>
</file>