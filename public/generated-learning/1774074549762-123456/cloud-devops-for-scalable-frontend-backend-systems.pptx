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Use VPS platforms to host your React frontend alongside FastAPI backend with secure and performant setups.
[Takeaway]
Secure VPS deployment requires correctly configuring proxy, HTTPS, and server access controls.
[Speaker Notes]
You’ve deployed apps on VPS before, but here’s how to lock down security and ensure your fullstack apps run fast and reliably for Truffaire’s users.
[Narration]
Hosting your React frontend and FastAPI backend on the same VPS is efficient, but security comes first. Nginx acts as a reverse proxy managing HTTPS traffic smoothly. Firewalls and SSH keys guard your server against intrusions. These steps lock down your deployment while keeping critical Truffaire features available and fast for users worldwide.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Use Docker containers to ensure your applications run reliably across environments from development to production.
[Takeaway]
Docker containers simplify deployment and scaling of fullstack applications.
[Speaker Notes]
Your experience with Docker is strong. This walkthrough shows how to containerize all parts of your stack cohesively for easy scaling and team collaboration at Truffaire.
[Narration]
Docker takes your Development-to-Production journey from painful to smooth. Building concise Dockerfiles for React and FastAPI packages up your apps with their dependencies. Docker Compose spins up the entire stack—databases, caches, backends—in one command. Smaller, optimized images mean quicker startup and easier scaling across Truffaire servers. It’s infrastructure peace of mind made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Automate code testing and deployment triggered by Git workflows to speed up delivery and reduce errors.
[Takeaway]
Automated CI/CD pipelines using Git streamline reliable deployment and quick feedback.
[Speaker Notes]
You already use Git extensively. CI/CD automation is the next step to ship features faster and catch bugs before they reach Truffaire’s users.
[Narration]
Imagine every code push running tests and, if they pass, deploying your app without you lifting a finger. GitHub Actions and GitLab CI do exactly that. Automations keep your VPS updated with stable code, while instant alerts notify you on failures. This workflow gives you confidence, speeds delivery, and lets you focus on building innovative features for Truffaire.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Cloud &amp; DevOps for Scalable Frontend-Backend Systems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Deploying Fullstack Applications on a VPS Securely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Use VPS platforms to host your React frontend alongside FastAPI backend with secure and performant setups.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Configure Nginx as reverse proxy with HTTPS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Setup firewall and SSH security best practices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Deploy React static files and backend APIs on same VPS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of VPS architecture showing Nginx proxy routing HTTPS requests to React frontend and FastAPI backend with firewall icon overlay.</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Secure VPS deployment requires correctly configuring proxy, HTTPS, and server access controls.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You’ve deployed apps on VPS before, but here’s how to lock down security and ensure your fullstack apps run fast and reliably for Truffaire’s users.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Cloud &amp; DevOps for Scalable Frontend-Backend Systems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Dockerizing Frontend and Backend for Consistency and Scalability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Use Docker containers to ensure your applications run reliably across environments from development to production.</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Create Dockerfiles for React and FastAPI services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Docker Compose to orchestrate multi-container apps including Redis and PostgreSQL</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Optimize images for fast builds and minimal size</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Layered diagram of Docker containers for React, FastAPI, Redis, PostgreSQL linked by Docker Compose network.</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Docker containers simplify deployment and scaling of fullstack applications.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 experience with Docker is strong. This walkthrough shows how to containerize all parts of your stack cohesively for easy scaling and team collaboration at Truffaire.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Cloud &amp; DevOps for Scalable Frontend-Backend Systems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Setting Up CI/CD Pipelines with Git for Reliable Releases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Automate code testing and deployment triggered by Git workflows to speed up delivery and reduce errors.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Integrate GitHub Actions or GitLab CI for automated tests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Deploy successful builds automatically to VPS or cloud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Set up notification alerts on failures to react quickly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Flowchart of Git commit triggering CI build, testing, deployment, and notification cycle integrated with VPS dashboard.</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Automated CI/CD pipelines using Git streamline reliable deployment and quick feedback.</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 already use Git extensively. CI/CD automation is the next step to ship features faster and catch bugs before they reach Truffaire’s users.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&amp; DevOps for Scalable Frontend-Backend Systems</dc:title>
  <dc:subject>Gain mastery over VPS deployment, Docker, and CI/CD pipelines to maintain robust, scalable fullstack apps at Truffaire.</dc:subject>
  <dc:creator>Rellax</dc:creator>
  <cp:lastModifiedBy>Rellax</cp:lastModifiedBy>
  <cp:revision>1</cp:revision>
  <dcterms:created xsi:type="dcterms:W3CDTF">2026-03-21T06:29:12Z</dcterms:created>
  <dcterms:modified xsi:type="dcterms:W3CDTF">2026-03-21T06:29:12Z</dcterms:modified>
</cp:coreProperties>
</file>