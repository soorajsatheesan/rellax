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Python powers more than backend — it can streamline your entire frontend workflow.
[Takeaway]
Treat Python as a versatile tool that enhances frontend workflows, not just backend logic.
[Speaker Notes]
You've built some strong Python backend apps, but Python is also a powerhouse for automating frontend-related workflows and integrations. This scene expands your perspective on where Python plays in a fullstack frontend context at Truffaire.
[Narration]
Python isn’t just for backend servers or AI scripts — it’s your secret weapon for automating frontend workflows too. Think build scripts, API orchestration, and background tasks that keep your React and Flutter apps swift and responsive. With modular, async Python code, you can write clear, maintainable tools that power the whole stack. Let’s harness your Python skills beyond what you’ve done at Veyon Ideations and bring them directly into your frontend ecosystem.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Build Python modules with clarity and extensibility to enhance collaboration across frontend and backend teams.
[Takeaway]
Write Python modules as clear, well-documented contracts that frontend teams trust and use easily.
[Speaker Notes]
At Truffaire, your Python modules interface tightly with frontend apps. Writing clean, well-documented, and tested Python code makes collaboration between frontend and backend seamless, helping all teams move faster.
[Narration]
Your Python code is more than lines in a file — it’s a shared language bridging teams. By using type annotations and comprehensive docs, you make your modules crystal clear. Testing ensures they behave as expected, so your React components and Flutter apps can rely on rock-solid APIs. This clarity saves time, reduces bugs, and boosts everyone’s productivity at Truffaire.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Master Python’s async programming to build responsive, scalable backend services supporting frontend needs.
[Takeaway]
Use Python async to build backend APIs that keep frontend interfaces fast and fluid.
[Speaker Notes]
You’ve used FastAPI and Celery, but asynchronous Python lets you write backend services that respond instantly to frontend events, which is key for smooth user experience in Truffaire’s apps.
[Narration]
Picture backend services reacting instantly as users interact with your frontend. That's the power of Python async programming. By writing non-blocking FastAPI endpoints and offloading heavier jobs to Redis-powered Celery workers, your apps will feel snappy and reliable — just like your Veyon Ideations smart mirror app, but faster and more scalable.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Python Mastery for Frontend Engineers: From Scripting to Scalable Systems</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1</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Python Beyond Backend Scripts</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Python powers more than backend — it can streamline your entire frontend workflow.</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Python scripts can automate frontend build and deployment tasks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Use asynchronous Python to handle API calls and background jobs efficiently</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Modular Python code improves cross-team collaboration with frontend developers</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Animated flowchart showing Python scripts triggering frontend build processes and API orchestration, overlaid on React and Flutter logos.</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Treat Python as a versatile tool that enhances frontend workflows, not just backend logic.</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You've built some strong Python backend apps, but Python is also a powerhouse for automating frontend-related workflows and integrations. This scene expands your perspective on where Python plays in a fullstack frontend context at Truffaire.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Python Mastery for Frontend Engineers: From Scripting to Scalable Systems</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2</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Writing Scalable Python Modules for Cross-Functional Teams</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Build Python modules with clarity and extensibility to enhance collaboration across frontend and backend teams.</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Use type hinting and docstrings for better module maintainability</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Adopt consistent code style and testing practices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Design modules that expose clean APIs to JavaScript and Flutter layers</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Split screen: left showing Python code annotated with types and comments, right showing React and Flutter consuming those modules via API calls.</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Write Python modules as clear, well-documented contracts that frontend teams trust and use easily.</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At Truffaire, your Python modules interface tightly with frontend apps. Writing clean, well-documented, and tested Python code makes collaboration between frontend and backend seamless, helping all teams move faster.</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Python Mastery for Frontend Engineers: From Scripting to Scalable Systems</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3</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Leveraging Python Async for Responsive Frontend Backends</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Master Python’s async programming to build responsive, scalable backend services supporting frontend needs.</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Understand async/await syntax in Python</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Build non-blocking FastAPI endpoints for real-time UI updates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Integrate with Redis and Celery for async task processing</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Diagram showing async FastAPI endpoint handling multiple requests concurrently, with Redis and Celery managing background jobs aligned with frontend events.</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Use Python async to build backend APIs that keep frontend interfaces fast and fluid.</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You’ve used FastAPI and Celery, but asynchronous Python lets you write backend services that respond instantly to frontend events, which is key for smooth user experience in Truffaire’s apps.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Rellax</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Mastery for Frontend Engineers: From Scripting to Scalable Systems</dc:title>
  <dc:subject>Refine your Python skills, focusing on writing scalable, maintainable code that integrates seamlessly with frontend ecosystems like React and Flutter, leveraging your backend knowledge at Truffaire.</dc:subject>
  <dc:creator>Rellax</dc:creator>
  <cp:lastModifiedBy>Rellax</cp:lastModifiedBy>
  <cp:revision>1</cp:revision>
  <dcterms:created xsi:type="dcterms:W3CDTF">2026-03-21T06:29:10Z</dcterms:created>
  <dcterms:modified xsi:type="dcterms:W3CDTF">2026-03-21T06:29:10Z</dcterms:modified>
</cp:coreProperties>
</file>