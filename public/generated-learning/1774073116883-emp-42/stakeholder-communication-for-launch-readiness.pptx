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
Too much detail
[Takeaway]
Impact buried
[Speaker Notes]
Open with a realistic launch-status example.
[Narration]
Launch updates usually fail when the audience cannot tell what changed, what is blocked, and who owns the next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
State outcome
[Takeaway]
Assign owner
[Speaker Notes]
Keep the framework memorable.
[Narration]
A strong update starts with the expected outcome, then names the main risk, and closes with a concrete owner and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communication for launch readiness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0" y="3108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launch updates fail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detail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217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detail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owner clarity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buried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0" y="1508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EFE9"/>
          </a:solidFill>
          <a:ln w="12700">
            <a:solidFill>
              <a:srgbClr val="C7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83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4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screen of noisy update versus clean summary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7947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2EBDD"/>
          </a:solidFill>
          <a:ln w="12700">
            <a:solidFill>
              <a:srgbClr val="E1D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9776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233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buried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note: Open with a realistic launch-status example.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communication for launch readiness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0" y="3108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communication frame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outcome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217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outcome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 risk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0" y="15087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EFE9"/>
          </a:solidFill>
          <a:ln w="12700">
            <a:solidFill>
              <a:srgbClr val="C7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783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20574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84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Three-step diagram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7947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2EBDD"/>
          </a:solidFill>
          <a:ln w="12700">
            <a:solidFill>
              <a:srgbClr val="E1D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9776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233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note: Keep the framework memorable.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Stakeholder communication for launch readiness</dc:title>
  <dc:subject>Translate technical work into clear launch updates for cross-functional partners.</dc:subject>
  <dc:creator>Rellax</dc:creator>
  <cp:lastModifiedBy>Rellax</cp:lastModifiedBy>
  <cp:revision>1</cp:revision>
  <dcterms:created xsi:type="dcterms:W3CDTF">2026-03-21T06:05:16Z</dcterms:created>
  <dcterms:modified xsi:type="dcterms:W3CDTF">2026-03-21T06:05:16Z</dcterms:modified>
</cp:coreProperties>
</file>