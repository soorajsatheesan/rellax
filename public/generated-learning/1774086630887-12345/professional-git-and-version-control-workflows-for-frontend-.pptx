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Understanding Git's snapshot-based data model to stage and commit frontend changes precisely
[Takeaway]
Mastering Git's object model and staging lets frontend engineers precisely control commits, improving code quality and collaboration.
[Speaker Notes]
Explain that Git fundamentally stores data as complete snapshots of the repository tree, not just line-by-line diffs. Highlight the four key object types: blobs (file contents), trees (directory nodes), commits (snapshot metadata), and tags. Stress how this knowledge is crucial for frontend engineers working with diverse assets like JS, JSX, CSS, and images. Emphasize using the index (staging area) to selectively stage changes, especially when files contain mixed concerns such as UI tweaks and logic updates. This precise staging practice is vital for clear code review and clean rollback of specific frontend changes.
[Narration]
Hey, Sudarshan, let's dive into how Git internally manages your frontend project assets. Unlike some tools that store changes as diffs, Git saves entire snapshots of your project each commit. It does this through blobs holding file contents like JS or CSS, trees organizing directories, and commits linking these snapshots with metadata. Knowing this helps you stage exactly what you want — for instance, with `git add -p`, you can pick parts of a file to commit separately, like isolating a UI fix from a logic update. This control ensures your frontend commits stay clean, reviewable, and safe to roll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Designing a branching model that supports UI feature isolation, environment-specific deployment, and team collaboration
[Takeaway]
A branching strategy aligned with frontend environments and iterative UI development improves stability and parallel work.
[Speaker Notes]
Guide the conversation to how branching strategies support clear parallel development aligned with deployment stages. Emphasize using short-lived, descriptive feature branches to isolate UI work efficiently. Explain the adapted GitFlow model: master is stable, develop for integration, release branches for staging, and hotfixes on master for emergencies. Link branches explicitly to deployment environments, noting automated deployments from develop and release branches. Clarify the importance of this structure for reducing deployment risks and fostering collaborative frontend development among multiple engineers.
[Narration]
To keep frontend work organized and in sync with deployments at Veyon, we use a branching model inspired by GitFlow but adapted for our needs. Feature branches like `feature/login-modal` let you isolate changes without blocking others. Merge these into `develop` for integration, which auto-deploys to our dev server. When UI stabilizes, `release` branches handle final tweaks and staging deployments. The `master` branch stays rock-solid for production releases, and urgent fixes go through hotfix branches. This strategy aligns your code changes with real environments, making collaboration and deployments smooth and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When to merge or rebase feature branches to optimize history and teamwork in frontend projects
[Takeaway]
Intentional use of rebase and merge workflows keeps Git history readable and minimizes disruptive conflicts.
[Speaker Notes]
Discuss the technical distinctions between merging and rebasing in Git. Clarify that merging preserves all historical context with merge commits, making it safe for shared branches but can clutter the commit graph. Rebasing rewrites commits onto a new base, creating a clean, linear history beneficial for debugging and bisecting. Stress rebasing often on your feature branch to stay current with develop and minimize large merges, but warn against rebasing shared branches to prevent rewriting other's history. Highlight careful conflict resolution during rebase with an understanding of specific frontend code implications.
[Narration]
When integrating feature branches, you have two main strategies: merging or rebasing. Merging creates a merge commit that preserves all historical snapshots and is safest for branches shared among the team. Rebasing, on the other hand, rewrites your commits onto the latest `develop` tip, producing a tidy, linear history that’s easier to read and troubleshoot. For frontend projects, frequently rebasing your feature branch onto `develop` prevents huge, complex merges later. But be cautious: never rebase branches others use, or you'll rewrite history and cause headaches. Always resolve conflicts thoughtfully, reviewing how React components or styles are affected before finalizing.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Debugging and resolving conflicts in React, CSS, and assets with effective methods and tools
[Takeaway]
A disciplined, tool-assisted approach to conflict resolution preserves frontend code integrity and UI correctness.
[Speaker Notes]
Outline common conflict hotspots such as CSS class changes (especially Tailwind), JSX markup, and component logic. Encourage use of `git status` and `git diff` for pinpointing conflicts, then rely heavily on IDE features like VSCode’s syntax highlighting and merge tools for JSX and CSS to avoid introducing syntax errors. Stress the importance of testing UI components post-conflict resolution to detect regressions early. Recommend avoiding committing generated files to reduce conflicts and suggest breaking large components or using feature flags to minimize conflict surface area.
[Narration]
Merge conflicts in frontend projects often pop up in tricky places—CSS class tweaks, JSX markup, or component logic. To tackle these, start by using `git status` and `git diff` to identify exactly where conflicts reside. Next, leverage your IDE’s merge tools—VSCode’s syntax highlighting for JSX and CSS can prevent breaking the UI’s structure as you resolve conflicts. After fixing conflicts, always rebuild and test your components to catch subtle visual bugs or regressions. Also, steer clear of committing generated files to keep conflicts minimal. Breaking large components into smaller pieces or using feature flags can further reduce these head-on collisions.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Best practices for clear, efficient PRs and rigorous code reviews in React/TypeScript projects
[Takeaway]
Structured, well-documented pull requests coupled with disciplined reviews ensure frontend code quality and maintainability.
[Speaker Notes]
Emphasize the importance of small, focused PRs targeting one feature or bug fix to streamline review and testing. Encourage including visual evidence like screenshots or recordings to demonstrate UI changes clearly. Stress referencing Jira tickets and design specs to provide full context. Highlight enforcing peer review discipline through branch protection and status checks. Discuss PR labelling and using draft PRs to communicate progress. Finally, underline the reviewer checklist focusing on UI correctness, accessibility, and frontend performance optimization techniques like lazy loading and code splitting.
[Narration]
To keep frontend UI quality high, craft your pull requests carefully. Keep PRs small and focused on a single feature or bug fix—this makes them easier to review and test. Always include screenshots or screen recordings showing the UI change; visual context speeds up understanding dramatically. Link your PRs to Jira tickets and design specs to give reviewers full background. At Veyon, we require at least one peer review and enforce checks with branch protection rules to catch issues early. Use labels like `feature` or `bugfix` and draft PRs to signal your work’s status. A thorough review should cover UI correctness, accessibility standards, and front-end performance strategies like lazy loading and code splitting for best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Automating testing, builds, and deployments from Git branches for robust frontend pipelines
[Takeaway]
Tightly coupling Git workflows with automated CI/CD pipelines ensures fast, safe, and reliable frontend deployments.
[Speaker Notes]
Explain how automated tests (Jest), linters (ESLint, Stylelint), and build tools (Webpack/Vite) run on each PR to validate code quality early. Discuss how merges to `develop` and `master` trigger deployments to staging and production environments respectively, supporting fast, reliable delivery. Highlight secure management of API keys and secrets in CI/CD environments to avoid leaks. Describe conditional builds and feature toggles as safe staging tools for experimental features. Conclude with how GitHub Actions or Jenkins pipelines enforce consistency and rapid feedback, and the importance of promptly addressing pipeline failures to protect live environments.
[Narration]
Integrating your Git workflow with CI/CD pipelines ensures frontend code gets validated and delivered reliably. Every pull request triggers unit tests using Jest, linting with ESLint and Stylelint, plus builds via Webpack or Vite to catch errors early. Merging into `develop` auto-deploys your code to the staging environment, while merging to `master` triggers production deployment. We securely store sensitive keys like Stripe or Clerk credentials in environment variables within the pipeline to avoid leaks. Feature toggles and conditional builds let you safely roll out experimental UI changes. Using tools like GitHub Actions or Jenkins, these pipelines provide fast, consistent feedback, letting you quickly fix any issues before they reach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Git Internals: Object Model and Data Flow for Frontend Assets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Understanding Git's snapshot-based data model to stage and commit frontend changes precisely</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Git stores repository data as snapshots (commits) of the entire project tree, not as incremental diffs.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Objects: blobs (file contents), trees (directories), commits (snapshots + metadata), and tags.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Frontend workflows benefit from knowing blobs store different asset types: JS, JSX, CSS, images, etc.</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Using the index (staging area) lets you partially stage changes at the file and hunk level (`git add -p`), essential when frontend files mix UI fixes and logic changes.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Efficient staging avoids mixing unrelated UI and styling updates, improving review clarity and rollback safety.</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of Git object types connected (blob, tree, commit) illustrating snapshot architecture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Mastering Git's object model and staging lets frontend engineers precisely control commits, improving code quality and collaboration.</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that Git fundamentally stores data as complete snapshots of the repository tree, not just line-by-line diffs. Highlight the four key object types: blobs (file contents), trees (directory nodes), commits (snapshot metadata), and tags. Stress how this knowledge is crucial for frontend engineers working with diverse assets like JS, JSX, CSS, and images. Emphasize using the index (staging area) to selectively stage changes, especially when files contain mixed concerns such as UI tweaks and logic updates. This precise staging practice is vital for clear code review and clean rollback of specific frontend changes.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Branching Strategies Tailored for Frontend Teams at Veyon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Designing a branching model that supports UI feature isolation, environment-specific deployment, and team collaboration</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Adopt short-lived feature branches named clearly, e.g., `feature/login-modal` or `bugfix/theme-contrast`.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 modified GitFlow: `master` always stable and deployable, no direct commits.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`develop` branch serves as integration point for in-progress frontend features.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Create `release` branches for UI stabilization and final QA before staging deployment.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Align branches with environments: `develop` auto-deploys to dev server, `release` to staging, `master` to production.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Hotfix branches branch off `master` for urgent bug fixes, merged back into `develop` and `master` to keep releases consistent.</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Flowchart of branching lifecycle: feature → develop → release → master with arrows matching environments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 branching strategy aligned with frontend environments and iterative UI development improves stability and parallel work.</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Guide the conversation to how branching strategies support clear parallel development aligned with deployment stages. Emphasize using short-lived, descriptive feature branches to isolate UI work efficiently. Explain the adapted GitFlow model: master is stable, develop for integration, release branches for staging, and hotfixes on master for emergencies. Link branches explicitly to deployment environments, noting automated deployments from develop and release branches. Clarify the importance of this structure for reducing deployment risks and fostering collaborative frontend development among multiple engineers.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Merge vs. Rebase: Maintaining Clean, Collaboratable History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When to merge or rebase feature branches to optimize history and teamwork in frontend projects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Merging preserves full commit graph via merge commits, safest for shared branches.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Rebasing rewrites commits onto a new base, creating a linear history valuable for clean logs and bisects.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Frontend developers should frequently rebase their feature branches onto `develop` to incorporate updates and prevent large merges.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Never rebase branches others share to avoid history rewriting conflicts.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Handle conflicts carefully during rebase: understand changes in React components and stylesheets before resolving.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rebasing workflow: `git fetch origin; git rebase origin/develop` on your feature branch to stay current.</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Side-by-side illustration contrasting merge commit graph vs. linear history with rebase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Intentional use of rebase and merge workflows keeps Git history readable and minimizes disruptive conflicts.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Discuss the technical distinctions between merging and rebasing in Git. Clarify that merging preserves all historical context with merge commits, making it safe for shared branches but can clutter the commit graph. Rebasing rewrites commits onto a new base, creating a clean, linear history beneficial for debugging and bisecting. Stress rebasing often on your feature branch to stay current with develop and minimize large merges, but warn against rebasing shared branches to prevent rewriting other's history. Highlight careful conflict resolution during rebase with an understanding of specific frontend code implications.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Practical Strategies for Resolving Merge Conflicts in Frontend Code</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Debugging and resolving conflicts in React, CSS, and assets with effective methods and tools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Conflicts commonly arise in CSS (e.g., Tailwind class changes), JSX markup, and component logic.</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Leverage `git status` and `git diff` to pinpoint conflicting files and hunks.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IDE tools (VSCode) with JSX and CSS syntax highlighting to resolve conflicts without breaking UI syntax.</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Avoid committing build or generated files to minimize irrelevant conflicts.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Post-conflict, rebuild and test UI components to catch regressions and visual bugs early.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To reduce conflict surface, refactor large components into smaller parts and consider feature flags for experimental UI.</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snippet of VSCode merge conflict with JSX syntax highlighting</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A disciplined, tool-assisted approach to conflict resolution preserves frontend code integrity and UI correctness.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Outline common conflict hotspots such as CSS class changes (especially Tailwind), JSX markup, and component logic. Encourage use of `git status` and `git diff` for pinpointing conflicts, then rely heavily on IDE features like VSCode’s syntax highlighting and merge tools for JSX and CSS to avoid introducing syntax errors. Stress the importance of testing UI components post-conflict resolution to detect regressions early. Recommend avoiding committing generated files to reduce conflicts and suggest breaking large components or using feature flags to minimize conflict surface area.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Optimizing Pull Requests and Code Reviews for Frontend UI Quality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Best practices for clear, efficient PRs and rigorous code reviews in React/TypeScript projects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Create small, focused PRs targeting one feature or bug fix to simplify review and testing.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Include UI screenshots or screen recordings to illustrate visual changes made in PRs.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Reference Jira tickets and link design specifications to contextualize the change.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Enforce at least one peer review and leverage GitHub branch protection rules to require status checks.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PR labels (`feature`, `bugfix`, `refactor`) and draft PRs to communicate work state and priority.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Review checklist should include UI correctness, accessibility standards, and frontend performance implications (lazy loading, code splitting).</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GitHub pull request with files changed, comments, and attached screenshots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Structured, well-documented pull requests coupled with disciplined reviews ensure frontend code quality and maintainability.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Emphasize the importance of small, focused PRs targeting one feature or bug fix to streamline review and testing. Encourage including visual evidence like screenshots or recordings to demonstrate UI changes clearly. Stress referencing Jira tickets and design specs to provide full context. Highlight enforcing peer review discipline through branch protection and status checks. Discuss PR labelling and using draft PRs to communicate progress. Finally, underline the reviewer checklist focusing on UI correctness, accessibility, and frontend performance optimization techniques like lazy loading and code splitting.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Professional Git and Version Control Workflows for Frontend Engineers</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Integrating Git Workflows with CI/CD for Reliable Frontend Delivery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Automating testing, builds, and deployments from Git branches for robust frontend pipelines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Trigger unit tests (Jest), linting (ESLint, Stylelint), and builds (Webpack/Vite) automatically on each PR.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Set up deployments on merges: `develop` branch deploys to staging environment, `master` branch deploys to production.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Securely manage API keys and secrets (Stripe, Clerk) within CI/CD environment variables; avoid hardcoding.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conditional builds and feature toggles to safely stage experimental frontend features.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GitHub Actions or Jenkins pipelines integrated with Git workflows to ensure consistent automated validation.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Monitor pipeline failures promptly to prevent faulty frontend code from reaching live environments.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Screenshot of a GitHub Actions CI/CD pipeline with frontend test and deploy steps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Tightly coupling Git workflows with automated CI/CD pipelines ensures fast, safe, and reliable frontend deployments.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how automated tests (Jest), linters (ESLint, Stylelint), and build tools (Webpack/Vite) run on each PR to validate code quality early. Discuss how merges to `develop` and `master` trigger deployments to staging and production environments respectively, supporting fast, reliable delivery. Highlight secure management of API keys and secrets in CI/CD environments to avoid leaks. Describe conditional builds and feature toggles as safe staging tools for experimental features. Conclude with how GitHub Actions or Jenkins pipelines enforce consistency and rapid feedback, and the importance of promptly addressing pipeline failures to protect live environments.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Git and Version Control Workflows for Frontend Engineers</dc:title>
  <dc:subject>This practical course covers Git fundamentals, branching strategies, resolving conflicts, rebasing, and collaboration workflows like GitFlow tailored for frontend projects to improve version control proficiency and team collaboration.</dc:subject>
  <dc:creator>Rellax</dc:creator>
  <cp:lastModifiedBy>Rellax</cp:lastModifiedBy>
  <cp:revision>1</cp:revision>
  <dcterms:created xsi:type="dcterms:W3CDTF">2026-03-21T09:50:49Z</dcterms:created>
  <dcterms:modified xsi:type="dcterms:W3CDTF">2026-03-21T09:50:49Z</dcterms:modified>
</cp:coreProperties>
</file>