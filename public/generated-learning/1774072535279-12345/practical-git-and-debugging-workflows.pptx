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Create branches for features to keep main stable. Pull requests let teammates review code. Conflicts happen when changes overlap; resolving them carefully keeps history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Set breakpoints to pause script execution, inspect variables, and step through code. Use React DevTools to examine component trees and props.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Start by reproducing bugs consistently. Narrow down to minimal failing code. Logs and error boundaries catch and report unexpected errors gracefully.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Git and Debugging Workflows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Branching and Merging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feature branches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requests basics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Handling merge conflicts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commands demo and conflict editor screenshot.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Branching isolates work, and merge conflicts are common. We'll explore smooth workflows to collaborate without headaches.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Git and Debugging Workflows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Debugging JavaScript Frontends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browser DevTools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Inspecting component state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Profiling performance bottlenecks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Chrome DevTools interface highlighting sources panel.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DevTools are your debugger’s best friend. Learn tips to trace bugs and performance lags in React and plain JS apps.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Git and Debugging Workflows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Effective Problem-Solving Strategies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Reproducing bugs systematically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Isolating root causes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Leveraging logs and error boundaries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Flowchart of debugging process with example console logs.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problem solving is methodical. We’ll cover approaches to identify and fix issues faster.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Rellax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Git and Debugging Workflows</dc:title>
  <dc:subject>Improve productivity with professional Git usage and effective debugging strategies tailored for frontend development.</dc:subject>
  <dc:creator>Rellax</dc:creator>
  <cp:lastModifiedBy>Rellax</cp:lastModifiedBy>
  <cp:revision>1</cp:revision>
  <dcterms:created xsi:type="dcterms:W3CDTF">2026-03-21T05:56:01Z</dcterms:created>
  <dcterms:modified xsi:type="dcterms:W3CDTF">2026-03-21T05:56:01Z</dcterms:modified>
</cp:coreProperties>
</file>