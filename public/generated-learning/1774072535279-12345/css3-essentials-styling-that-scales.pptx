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Flexbox allows aligning items horizontally or vertically, great for components like navbars. Grid controls rows and columns, perfect for entire page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Variables are reusable values like colors or spacing. Define them at the root for site-wide use, or inside components for scoped custom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Transitions animate property changes like color or size. Keyframes define more complex sequences. Always test on devices to keep interactions 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 Essentials: Styling That Scales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Layout Techniques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fundamentals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Grid basics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use each layout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flex container and grid example side by side.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We'll explore Flexbox for one-dimensional layouts and Grid for two-dimensional ones. Knowing when and how to use each optimizes UI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 Essentials: Styling That Scales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Variables and Theming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Declaring and using custom properties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theming basics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inheritance nuances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toggle example switching CSS variable values live.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variables simplify theming and reusability. Learn to define and override them effectively for dynamic styles.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 Essentials: Styling That Scales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Transitions and Animation Principles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transitions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Keyframe animations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considerations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hover transition and a simple animation cycle illustration.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Animations draw user attention but must be performant. We'll cover how to create smooth, efficient UI effects.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CSS3 Essentials: Styling That Scales</dc:title>
  <dc:subject>Enhance UI aesthetics with modern CSS3 features emphasizing responsiveness, layouts, and maintainability.</dc:subject>
  <dc:creator>Rellax</dc:creator>
  <cp:lastModifiedBy>Rellax</cp:lastModifiedBy>
  <cp:revision>1</cp:revision>
  <dcterms:created xsi:type="dcterms:W3CDTF">2026-03-21T05:55:43Z</dcterms:created>
  <dcterms:modified xsi:type="dcterms:W3CDTF">2026-03-21T05:55:43Z</dcterms:modified>
</cp:coreProperties>
</file>