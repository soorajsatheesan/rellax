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useState creates local state; useEffect runs side-effects like data fetching. Custom hooks encapsulate reusable logic. Remember, hooks must be called at the top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Context shares state globally without passing props deeply. useReducer manages complex state updates predictably, ideal for forms or apps with many interactions.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React.memo skips rendering unchanged components. useMemo caches expensive calculations. Lazy loading splits your code, loading components only when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React Patterns and State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Hooks Refresher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useState and useEffect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hooks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of hooks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 usage code snippet alongside live output.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Hooks are the heart of modern React. We'll review their correct usage to manage state and lifecycle efficiently.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React Patterns and State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Management Patterns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Context API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Reducer pattern with useReducer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to lift state up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flow diagram and code snippets demonstrating context provider.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state across components is essential. Learn to use context and reducers to avoid prop-drilling and keep code manageable.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React Patterns and State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Optimizations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Memoization with React.memo and useMemo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Avoiding unnecessary rerenders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Lazy loading components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showing component re-render triggers before and after memoization.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 app responsiveness by preventing wasted renders and loading resources on demand.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React Patterns and State Management</dc:title>
  <dc:subject>Sharpen React skills with hooks, component patterns, and state management critical for building scalable frontend apps.</dc:subject>
  <dc:creator>Rellax</dc:creator>
  <cp:lastModifiedBy>Rellax</cp:lastModifiedBy>
  <cp:revision>1</cp:revision>
  <dcterms:created xsi:type="dcterms:W3CDTF">2026-03-21T05:55:55Z</dcterms:created>
  <dcterms:modified xsi:type="dcterms:W3CDTF">2026-03-21T05:55:55Z</dcterms:modified>
</cp:coreProperties>
</file>