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Semantic HTML uses tags that describe content meaningfully. For example, 'header' marks the top section, 'nav' contains navigation links—helping browsers and assistive tech understand page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Landmarks like 'main' and 'aside' define sections for assistive tech. ARIA attributes add extra info to elements when HTML alone isn’t enough. This makes your HTML usable by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Label every form input clearly, provide helpful hints, and make error messages accessible. For media, use fallback captions and controls so everyone benefits.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HTML5 Deep Dive for Robust Web Foundations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HTML Overview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of semantic tags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Improving accessibility &amp; SEO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semantic elements (header, nav, main)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 of semantic tag layout on a sample webpage.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semantic HTML anchors your pages with meaning for users and tools alike, improving accessibility and SEO. We'll cover key elements you should use daily.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HTML5 Deep Dive for Robust Web Foundations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Structuring Content for Accessibility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landmarks and roles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ARIA attributes basics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Ensuring keyboard navigation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HTML snippet with ARIA roles and keyboard focus highlights.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structure is crucial. This scene focuses on landmarks and ARIA to ensure screen readers and keyboard users navigate easily.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HTML5 Deep Dive for Robust Web Foundations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Forms and Multimedia Elements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Accessible forms best practices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embedding with &lt;video&gt; and &lt;audio&gt;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Progressive enhancement techniques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Before/after form markup comparison showcasing accessibility improvements.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 and media are interactive pillars. Learn to build accessible forms and embed multimedia that degrade gracefully on older browsers.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Rellax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HTML5 Deep Dive for Robust Web Foundations</dc:title>
  <dc:subject>Master semantic HTML5 to build accessible, maintainable frontends meeting modern web standards.</dc:subject>
  <dc:creator>Rellax</dc:creator>
  <cp:lastModifiedBy>Rellax</cp:lastModifiedBy>
  <cp:revision>1</cp:revision>
  <dcterms:created xsi:type="dcterms:W3CDTF">2026-03-21T05:55:35Z</dcterms:created>
  <dcterms:modified xsi:type="dcterms:W3CDTF">2026-03-21T05:55:35Z</dcterms:modified>
</cp:coreProperties>
</file>