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Use 'let' and 'const' instead of 'var' for clearer scoping. Arrow functions provide concise syntax, and destructuring unpacks objects cleanly.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Promises represent future values. Async/await lets us write async code that looks synchronous, making it easier to read and maintain.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Set breakpoints in async functions to inspect state. Console log promises and use network panels to troubleshoot API calls effectively.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 Mastery: ES6+ and Async Patterns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Modern JavaScript Features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scoping with let/const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Arrow functions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Destructuring and template literals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snippets before and after ES6 refactoring.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syntax enhances code clarity and reduces errors. We'll refresh essentials you'll use every day in React and scripts.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 Mastery: ES6+ and Async Patterns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Promises and Async/Await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Promise basics and chaining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Async/await syntax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handling in async code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 of promise lifecycle and async/await flow.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 JavaScript underpins data fetching and responsive UIs. We'll clarify how promises and async/await simplify asynchronous flows.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 Mastery: ES6+ and Async Patterns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Debugging Async JavaScript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async bugs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browser devtools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Logging and breakpoints in async code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Devtools screenshot demonstrating async breakpoint usage.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 bugs can be tricky. We'll cover debugging patterns and tooling to resolve issues quickly in frontend apps.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Rellax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Mastery: ES6+ and Async Patterns</dc:title>
  <dc:subject>Advance JavaScript skills focusing on modern syntax and asynchronous programming fundamental to frontend development.</dc:subject>
  <dc:creator>Rellax</dc:creator>
  <cp:lastModifiedBy>Rellax</cp:lastModifiedBy>
  <cp:revision>1</cp:revision>
  <dcterms:created xsi:type="dcterms:W3CDTF">2026-03-21T05:55:49Z</dcterms:created>
  <dcterms:modified xsi:type="dcterms:W3CDTF">2026-03-21T05:55:49Z</dcterms:modified>
</cp:coreProperties>
</file>